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et\Data%20Analysis\DecodeLabs\DecodeLabs_Dataset%20for%20Data%20Analytics_Cleaned%20-%20Cop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Pricing Drives Order Value (r = 0.72)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Data_Cleaned!$O$1</c:f>
              <c:strCache>
                <c:ptCount val="1"/>
                <c:pt idx="0">
                  <c:v>TotalPrice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1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Data_Cleaned!$G$2:$G$1201</c:f>
              <c:numCache>
                <c:formatCode>General</c:formatCode>
                <c:ptCount val="1200"/>
                <c:pt idx="0">
                  <c:v>570.62</c:v>
                </c:pt>
                <c:pt idx="1">
                  <c:v>151.35</c:v>
                </c:pt>
                <c:pt idx="2">
                  <c:v>550.67999999999995</c:v>
                </c:pt>
                <c:pt idx="3">
                  <c:v>273.19</c:v>
                </c:pt>
                <c:pt idx="4">
                  <c:v>626.01</c:v>
                </c:pt>
                <c:pt idx="5">
                  <c:v>245.86</c:v>
                </c:pt>
                <c:pt idx="6">
                  <c:v>664.42</c:v>
                </c:pt>
                <c:pt idx="7">
                  <c:v>149.55000000000001</c:v>
                </c:pt>
                <c:pt idx="8">
                  <c:v>134.28</c:v>
                </c:pt>
                <c:pt idx="9">
                  <c:v>509.38</c:v>
                </c:pt>
                <c:pt idx="10">
                  <c:v>625.97</c:v>
                </c:pt>
                <c:pt idx="11">
                  <c:v>49.14</c:v>
                </c:pt>
                <c:pt idx="12">
                  <c:v>180.5</c:v>
                </c:pt>
                <c:pt idx="13">
                  <c:v>201.49</c:v>
                </c:pt>
                <c:pt idx="14">
                  <c:v>393.33</c:v>
                </c:pt>
                <c:pt idx="15">
                  <c:v>473.96</c:v>
                </c:pt>
                <c:pt idx="16">
                  <c:v>533.80999999999995</c:v>
                </c:pt>
                <c:pt idx="17">
                  <c:v>423.4</c:v>
                </c:pt>
                <c:pt idx="18">
                  <c:v>431.44</c:v>
                </c:pt>
                <c:pt idx="19">
                  <c:v>224</c:v>
                </c:pt>
                <c:pt idx="20">
                  <c:v>62.51</c:v>
                </c:pt>
                <c:pt idx="21">
                  <c:v>342.95</c:v>
                </c:pt>
                <c:pt idx="22">
                  <c:v>49.62</c:v>
                </c:pt>
                <c:pt idx="23">
                  <c:v>273.25</c:v>
                </c:pt>
                <c:pt idx="24">
                  <c:v>230.95</c:v>
                </c:pt>
                <c:pt idx="25">
                  <c:v>399.98</c:v>
                </c:pt>
                <c:pt idx="26">
                  <c:v>59.55</c:v>
                </c:pt>
                <c:pt idx="27">
                  <c:v>472.74</c:v>
                </c:pt>
                <c:pt idx="28">
                  <c:v>160.07</c:v>
                </c:pt>
                <c:pt idx="29">
                  <c:v>423.53</c:v>
                </c:pt>
                <c:pt idx="30">
                  <c:v>426.7</c:v>
                </c:pt>
                <c:pt idx="31">
                  <c:v>500.08</c:v>
                </c:pt>
                <c:pt idx="32">
                  <c:v>536.72</c:v>
                </c:pt>
                <c:pt idx="33">
                  <c:v>162.77000000000001</c:v>
                </c:pt>
                <c:pt idx="34">
                  <c:v>576.52</c:v>
                </c:pt>
                <c:pt idx="35">
                  <c:v>465.15</c:v>
                </c:pt>
                <c:pt idx="36">
                  <c:v>534.42999999999995</c:v>
                </c:pt>
                <c:pt idx="37">
                  <c:v>76.739999999999995</c:v>
                </c:pt>
                <c:pt idx="38">
                  <c:v>245.89</c:v>
                </c:pt>
                <c:pt idx="39">
                  <c:v>256.45999999999998</c:v>
                </c:pt>
                <c:pt idx="40">
                  <c:v>344.02</c:v>
                </c:pt>
                <c:pt idx="41">
                  <c:v>611.45000000000005</c:v>
                </c:pt>
                <c:pt idx="42">
                  <c:v>151.66</c:v>
                </c:pt>
                <c:pt idx="43">
                  <c:v>499.21</c:v>
                </c:pt>
                <c:pt idx="44">
                  <c:v>550.17999999999995</c:v>
                </c:pt>
                <c:pt idx="45">
                  <c:v>317.25</c:v>
                </c:pt>
                <c:pt idx="46">
                  <c:v>550.14</c:v>
                </c:pt>
                <c:pt idx="47">
                  <c:v>209.94</c:v>
                </c:pt>
                <c:pt idx="48">
                  <c:v>80.77</c:v>
                </c:pt>
                <c:pt idx="49">
                  <c:v>30.44</c:v>
                </c:pt>
                <c:pt idx="50">
                  <c:v>179.22</c:v>
                </c:pt>
                <c:pt idx="51">
                  <c:v>388.33</c:v>
                </c:pt>
                <c:pt idx="52">
                  <c:v>586.44000000000005</c:v>
                </c:pt>
                <c:pt idx="53">
                  <c:v>488.78</c:v>
                </c:pt>
                <c:pt idx="54">
                  <c:v>280.25</c:v>
                </c:pt>
                <c:pt idx="55">
                  <c:v>344.4</c:v>
                </c:pt>
                <c:pt idx="56">
                  <c:v>479.21</c:v>
                </c:pt>
                <c:pt idx="57">
                  <c:v>314.27</c:v>
                </c:pt>
                <c:pt idx="58">
                  <c:v>474.69</c:v>
                </c:pt>
                <c:pt idx="59">
                  <c:v>593.27</c:v>
                </c:pt>
                <c:pt idx="60">
                  <c:v>417.1</c:v>
                </c:pt>
                <c:pt idx="61">
                  <c:v>122.2</c:v>
                </c:pt>
                <c:pt idx="62">
                  <c:v>43.15</c:v>
                </c:pt>
                <c:pt idx="63">
                  <c:v>564.86</c:v>
                </c:pt>
                <c:pt idx="64">
                  <c:v>130.61000000000001</c:v>
                </c:pt>
                <c:pt idx="65">
                  <c:v>81.7</c:v>
                </c:pt>
                <c:pt idx="66">
                  <c:v>127.18</c:v>
                </c:pt>
                <c:pt idx="67">
                  <c:v>12.1</c:v>
                </c:pt>
                <c:pt idx="68">
                  <c:v>490.92</c:v>
                </c:pt>
                <c:pt idx="69">
                  <c:v>478.65</c:v>
                </c:pt>
                <c:pt idx="70">
                  <c:v>629.21</c:v>
                </c:pt>
                <c:pt idx="71">
                  <c:v>434.45</c:v>
                </c:pt>
                <c:pt idx="72">
                  <c:v>589.44000000000005</c:v>
                </c:pt>
                <c:pt idx="73">
                  <c:v>433.45</c:v>
                </c:pt>
                <c:pt idx="74">
                  <c:v>90.87</c:v>
                </c:pt>
                <c:pt idx="75">
                  <c:v>398.17</c:v>
                </c:pt>
                <c:pt idx="76">
                  <c:v>382.88</c:v>
                </c:pt>
                <c:pt idx="77">
                  <c:v>583.17999999999995</c:v>
                </c:pt>
                <c:pt idx="78">
                  <c:v>175.36</c:v>
                </c:pt>
                <c:pt idx="79">
                  <c:v>311.91000000000003</c:v>
                </c:pt>
                <c:pt idx="80">
                  <c:v>589.55999999999995</c:v>
                </c:pt>
                <c:pt idx="81">
                  <c:v>394.3</c:v>
                </c:pt>
                <c:pt idx="82">
                  <c:v>565.20000000000005</c:v>
                </c:pt>
                <c:pt idx="83">
                  <c:v>540.41</c:v>
                </c:pt>
                <c:pt idx="84">
                  <c:v>165.49</c:v>
                </c:pt>
                <c:pt idx="85">
                  <c:v>146.72999999999999</c:v>
                </c:pt>
                <c:pt idx="86">
                  <c:v>643.03</c:v>
                </c:pt>
                <c:pt idx="87">
                  <c:v>225.11</c:v>
                </c:pt>
                <c:pt idx="88">
                  <c:v>114.81</c:v>
                </c:pt>
                <c:pt idx="89">
                  <c:v>455.33</c:v>
                </c:pt>
                <c:pt idx="90">
                  <c:v>182.08</c:v>
                </c:pt>
                <c:pt idx="91">
                  <c:v>492.75</c:v>
                </c:pt>
                <c:pt idx="92">
                  <c:v>48.61</c:v>
                </c:pt>
                <c:pt idx="93">
                  <c:v>431.01</c:v>
                </c:pt>
                <c:pt idx="94">
                  <c:v>531.17999999999995</c:v>
                </c:pt>
                <c:pt idx="95">
                  <c:v>117.51</c:v>
                </c:pt>
                <c:pt idx="96">
                  <c:v>232.83</c:v>
                </c:pt>
                <c:pt idx="97">
                  <c:v>619.52</c:v>
                </c:pt>
                <c:pt idx="98">
                  <c:v>228.54</c:v>
                </c:pt>
                <c:pt idx="99">
                  <c:v>201.58</c:v>
                </c:pt>
                <c:pt idx="100">
                  <c:v>664.79</c:v>
                </c:pt>
                <c:pt idx="101">
                  <c:v>381.02</c:v>
                </c:pt>
                <c:pt idx="102">
                  <c:v>70.34</c:v>
                </c:pt>
                <c:pt idx="103">
                  <c:v>218.43</c:v>
                </c:pt>
                <c:pt idx="104">
                  <c:v>582.04</c:v>
                </c:pt>
                <c:pt idx="105">
                  <c:v>185.4</c:v>
                </c:pt>
                <c:pt idx="106">
                  <c:v>465.05</c:v>
                </c:pt>
                <c:pt idx="107">
                  <c:v>670.75</c:v>
                </c:pt>
                <c:pt idx="108">
                  <c:v>48.38</c:v>
                </c:pt>
                <c:pt idx="109">
                  <c:v>592.87</c:v>
                </c:pt>
                <c:pt idx="110">
                  <c:v>220.77</c:v>
                </c:pt>
                <c:pt idx="111">
                  <c:v>309.22000000000003</c:v>
                </c:pt>
                <c:pt idx="112">
                  <c:v>410.6</c:v>
                </c:pt>
                <c:pt idx="113">
                  <c:v>190.08</c:v>
                </c:pt>
                <c:pt idx="114">
                  <c:v>498.48</c:v>
                </c:pt>
                <c:pt idx="115">
                  <c:v>374.99</c:v>
                </c:pt>
                <c:pt idx="116">
                  <c:v>291.35000000000002</c:v>
                </c:pt>
                <c:pt idx="117">
                  <c:v>535.5</c:v>
                </c:pt>
                <c:pt idx="118">
                  <c:v>502.71</c:v>
                </c:pt>
                <c:pt idx="119">
                  <c:v>534.66999999999996</c:v>
                </c:pt>
                <c:pt idx="120">
                  <c:v>629.34</c:v>
                </c:pt>
                <c:pt idx="121">
                  <c:v>410.78</c:v>
                </c:pt>
                <c:pt idx="122">
                  <c:v>533.02</c:v>
                </c:pt>
                <c:pt idx="123">
                  <c:v>278.04000000000002</c:v>
                </c:pt>
                <c:pt idx="124">
                  <c:v>283.79000000000002</c:v>
                </c:pt>
                <c:pt idx="125">
                  <c:v>512.65</c:v>
                </c:pt>
                <c:pt idx="126">
                  <c:v>275.5</c:v>
                </c:pt>
                <c:pt idx="127">
                  <c:v>469.32</c:v>
                </c:pt>
                <c:pt idx="128">
                  <c:v>21.07</c:v>
                </c:pt>
                <c:pt idx="129">
                  <c:v>263.93</c:v>
                </c:pt>
                <c:pt idx="130">
                  <c:v>501.3</c:v>
                </c:pt>
                <c:pt idx="131">
                  <c:v>84.8</c:v>
                </c:pt>
                <c:pt idx="132">
                  <c:v>450.75</c:v>
                </c:pt>
                <c:pt idx="133">
                  <c:v>302.05</c:v>
                </c:pt>
                <c:pt idx="134">
                  <c:v>199.7</c:v>
                </c:pt>
                <c:pt idx="135">
                  <c:v>68.81</c:v>
                </c:pt>
                <c:pt idx="136">
                  <c:v>44.35</c:v>
                </c:pt>
                <c:pt idx="137">
                  <c:v>250.98</c:v>
                </c:pt>
                <c:pt idx="138">
                  <c:v>298.06</c:v>
                </c:pt>
                <c:pt idx="139">
                  <c:v>583.9</c:v>
                </c:pt>
                <c:pt idx="140">
                  <c:v>528.14</c:v>
                </c:pt>
                <c:pt idx="141">
                  <c:v>684.14</c:v>
                </c:pt>
                <c:pt idx="142">
                  <c:v>272.77</c:v>
                </c:pt>
                <c:pt idx="143">
                  <c:v>400.07</c:v>
                </c:pt>
                <c:pt idx="144">
                  <c:v>219.78</c:v>
                </c:pt>
                <c:pt idx="145">
                  <c:v>146.91</c:v>
                </c:pt>
                <c:pt idx="146">
                  <c:v>411.49</c:v>
                </c:pt>
                <c:pt idx="147">
                  <c:v>465.18</c:v>
                </c:pt>
                <c:pt idx="148">
                  <c:v>319.91000000000003</c:v>
                </c:pt>
                <c:pt idx="149">
                  <c:v>217.56</c:v>
                </c:pt>
                <c:pt idx="150">
                  <c:v>105.57</c:v>
                </c:pt>
                <c:pt idx="151">
                  <c:v>444.76</c:v>
                </c:pt>
                <c:pt idx="152">
                  <c:v>399.04</c:v>
                </c:pt>
                <c:pt idx="153">
                  <c:v>534.48</c:v>
                </c:pt>
                <c:pt idx="154">
                  <c:v>408.21</c:v>
                </c:pt>
                <c:pt idx="155">
                  <c:v>424.4</c:v>
                </c:pt>
                <c:pt idx="156">
                  <c:v>269.83</c:v>
                </c:pt>
                <c:pt idx="157">
                  <c:v>564.58000000000004</c:v>
                </c:pt>
                <c:pt idx="158">
                  <c:v>331.06</c:v>
                </c:pt>
                <c:pt idx="159">
                  <c:v>299.35000000000002</c:v>
                </c:pt>
                <c:pt idx="160">
                  <c:v>101.32</c:v>
                </c:pt>
                <c:pt idx="161">
                  <c:v>211.14</c:v>
                </c:pt>
                <c:pt idx="162">
                  <c:v>65.86</c:v>
                </c:pt>
                <c:pt idx="163">
                  <c:v>641.39</c:v>
                </c:pt>
                <c:pt idx="164">
                  <c:v>536.58000000000004</c:v>
                </c:pt>
                <c:pt idx="165">
                  <c:v>500.29</c:v>
                </c:pt>
                <c:pt idx="166">
                  <c:v>86.29</c:v>
                </c:pt>
                <c:pt idx="167">
                  <c:v>384.14</c:v>
                </c:pt>
                <c:pt idx="168">
                  <c:v>594.96</c:v>
                </c:pt>
                <c:pt idx="169">
                  <c:v>427.82</c:v>
                </c:pt>
                <c:pt idx="170">
                  <c:v>662.94</c:v>
                </c:pt>
                <c:pt idx="171">
                  <c:v>148.22</c:v>
                </c:pt>
                <c:pt idx="172">
                  <c:v>254.12</c:v>
                </c:pt>
                <c:pt idx="173">
                  <c:v>664.46</c:v>
                </c:pt>
                <c:pt idx="174">
                  <c:v>600.80999999999995</c:v>
                </c:pt>
                <c:pt idx="175">
                  <c:v>68.34</c:v>
                </c:pt>
                <c:pt idx="176">
                  <c:v>430.83</c:v>
                </c:pt>
                <c:pt idx="177">
                  <c:v>431.69</c:v>
                </c:pt>
                <c:pt idx="178">
                  <c:v>512.05999999999995</c:v>
                </c:pt>
                <c:pt idx="179">
                  <c:v>539.91</c:v>
                </c:pt>
                <c:pt idx="180">
                  <c:v>316.07</c:v>
                </c:pt>
                <c:pt idx="181">
                  <c:v>404.39</c:v>
                </c:pt>
                <c:pt idx="182">
                  <c:v>600.54</c:v>
                </c:pt>
                <c:pt idx="183">
                  <c:v>186.28</c:v>
                </c:pt>
                <c:pt idx="184">
                  <c:v>214.54</c:v>
                </c:pt>
                <c:pt idx="185">
                  <c:v>210.7</c:v>
                </c:pt>
                <c:pt idx="186">
                  <c:v>133.55000000000001</c:v>
                </c:pt>
                <c:pt idx="187">
                  <c:v>590.87</c:v>
                </c:pt>
                <c:pt idx="188">
                  <c:v>363.91</c:v>
                </c:pt>
                <c:pt idx="189">
                  <c:v>429.45</c:v>
                </c:pt>
                <c:pt idx="190">
                  <c:v>223.7</c:v>
                </c:pt>
                <c:pt idx="191">
                  <c:v>488.87</c:v>
                </c:pt>
                <c:pt idx="192">
                  <c:v>645.46</c:v>
                </c:pt>
                <c:pt idx="193">
                  <c:v>46.66</c:v>
                </c:pt>
                <c:pt idx="194">
                  <c:v>249.57</c:v>
                </c:pt>
                <c:pt idx="195">
                  <c:v>619.21</c:v>
                </c:pt>
                <c:pt idx="196">
                  <c:v>217.13</c:v>
                </c:pt>
                <c:pt idx="197">
                  <c:v>221.51</c:v>
                </c:pt>
                <c:pt idx="198">
                  <c:v>340.3</c:v>
                </c:pt>
                <c:pt idx="199">
                  <c:v>625</c:v>
                </c:pt>
                <c:pt idx="200">
                  <c:v>433.26</c:v>
                </c:pt>
                <c:pt idx="201">
                  <c:v>674.9</c:v>
                </c:pt>
                <c:pt idx="202">
                  <c:v>253.98</c:v>
                </c:pt>
                <c:pt idx="203">
                  <c:v>356.84</c:v>
                </c:pt>
                <c:pt idx="204">
                  <c:v>413.71</c:v>
                </c:pt>
                <c:pt idx="205">
                  <c:v>147.38999999999999</c:v>
                </c:pt>
                <c:pt idx="206">
                  <c:v>229.1</c:v>
                </c:pt>
                <c:pt idx="207">
                  <c:v>121.96</c:v>
                </c:pt>
                <c:pt idx="208">
                  <c:v>408.32</c:v>
                </c:pt>
                <c:pt idx="209">
                  <c:v>187.97</c:v>
                </c:pt>
                <c:pt idx="210">
                  <c:v>358.48</c:v>
                </c:pt>
                <c:pt idx="211">
                  <c:v>193.58</c:v>
                </c:pt>
                <c:pt idx="212">
                  <c:v>265.38</c:v>
                </c:pt>
                <c:pt idx="213">
                  <c:v>634.4</c:v>
                </c:pt>
                <c:pt idx="214">
                  <c:v>305.72000000000003</c:v>
                </c:pt>
                <c:pt idx="215">
                  <c:v>303.60000000000002</c:v>
                </c:pt>
                <c:pt idx="216">
                  <c:v>496</c:v>
                </c:pt>
                <c:pt idx="217">
                  <c:v>321.51</c:v>
                </c:pt>
                <c:pt idx="218">
                  <c:v>112.46</c:v>
                </c:pt>
                <c:pt idx="219">
                  <c:v>61.97</c:v>
                </c:pt>
                <c:pt idx="220">
                  <c:v>373.17</c:v>
                </c:pt>
                <c:pt idx="221">
                  <c:v>639.37</c:v>
                </c:pt>
                <c:pt idx="222">
                  <c:v>693.36</c:v>
                </c:pt>
                <c:pt idx="223">
                  <c:v>692.91</c:v>
                </c:pt>
                <c:pt idx="224">
                  <c:v>91.46</c:v>
                </c:pt>
                <c:pt idx="225">
                  <c:v>273.95999999999998</c:v>
                </c:pt>
                <c:pt idx="226">
                  <c:v>588.04999999999995</c:v>
                </c:pt>
                <c:pt idx="227">
                  <c:v>365.17</c:v>
                </c:pt>
                <c:pt idx="228">
                  <c:v>385.92</c:v>
                </c:pt>
                <c:pt idx="229">
                  <c:v>562.61</c:v>
                </c:pt>
                <c:pt idx="230">
                  <c:v>61.91</c:v>
                </c:pt>
                <c:pt idx="231">
                  <c:v>41.9</c:v>
                </c:pt>
                <c:pt idx="232">
                  <c:v>444.44</c:v>
                </c:pt>
                <c:pt idx="233">
                  <c:v>311.33</c:v>
                </c:pt>
                <c:pt idx="234">
                  <c:v>236.41</c:v>
                </c:pt>
                <c:pt idx="235">
                  <c:v>65.45</c:v>
                </c:pt>
                <c:pt idx="236">
                  <c:v>318.81</c:v>
                </c:pt>
                <c:pt idx="237">
                  <c:v>583.72</c:v>
                </c:pt>
                <c:pt idx="238">
                  <c:v>384.32</c:v>
                </c:pt>
                <c:pt idx="239">
                  <c:v>538.74</c:v>
                </c:pt>
                <c:pt idx="240">
                  <c:v>17.239999999999998</c:v>
                </c:pt>
                <c:pt idx="241">
                  <c:v>615.66999999999996</c:v>
                </c:pt>
                <c:pt idx="242">
                  <c:v>219.1</c:v>
                </c:pt>
                <c:pt idx="243">
                  <c:v>144.66</c:v>
                </c:pt>
                <c:pt idx="244">
                  <c:v>317.77</c:v>
                </c:pt>
                <c:pt idx="245">
                  <c:v>223.3</c:v>
                </c:pt>
                <c:pt idx="246">
                  <c:v>342.11</c:v>
                </c:pt>
                <c:pt idx="247">
                  <c:v>220.9</c:v>
                </c:pt>
                <c:pt idx="248">
                  <c:v>670.54</c:v>
                </c:pt>
                <c:pt idx="249">
                  <c:v>546.19000000000005</c:v>
                </c:pt>
                <c:pt idx="250">
                  <c:v>42.95</c:v>
                </c:pt>
                <c:pt idx="251">
                  <c:v>14.69</c:v>
                </c:pt>
                <c:pt idx="252">
                  <c:v>668.36</c:v>
                </c:pt>
                <c:pt idx="253">
                  <c:v>413.74</c:v>
                </c:pt>
                <c:pt idx="254">
                  <c:v>263.19</c:v>
                </c:pt>
                <c:pt idx="255">
                  <c:v>263.95999999999998</c:v>
                </c:pt>
                <c:pt idx="256">
                  <c:v>75.81</c:v>
                </c:pt>
                <c:pt idx="257">
                  <c:v>406.22</c:v>
                </c:pt>
                <c:pt idx="258">
                  <c:v>103.41</c:v>
                </c:pt>
                <c:pt idx="259">
                  <c:v>435.12</c:v>
                </c:pt>
                <c:pt idx="260">
                  <c:v>407.79</c:v>
                </c:pt>
                <c:pt idx="261">
                  <c:v>173.65</c:v>
                </c:pt>
                <c:pt idx="262">
                  <c:v>249.07</c:v>
                </c:pt>
                <c:pt idx="263">
                  <c:v>434.85</c:v>
                </c:pt>
                <c:pt idx="264">
                  <c:v>436.77</c:v>
                </c:pt>
                <c:pt idx="265">
                  <c:v>572.13</c:v>
                </c:pt>
                <c:pt idx="266">
                  <c:v>583.07000000000005</c:v>
                </c:pt>
                <c:pt idx="267">
                  <c:v>468.51</c:v>
                </c:pt>
                <c:pt idx="268">
                  <c:v>423.88</c:v>
                </c:pt>
                <c:pt idx="269">
                  <c:v>663.67</c:v>
                </c:pt>
                <c:pt idx="270">
                  <c:v>309.91000000000003</c:v>
                </c:pt>
                <c:pt idx="271">
                  <c:v>542.07000000000005</c:v>
                </c:pt>
                <c:pt idx="272">
                  <c:v>399.32</c:v>
                </c:pt>
                <c:pt idx="273">
                  <c:v>238.25</c:v>
                </c:pt>
                <c:pt idx="274">
                  <c:v>182.4</c:v>
                </c:pt>
                <c:pt idx="275">
                  <c:v>65.069999999999993</c:v>
                </c:pt>
                <c:pt idx="276">
                  <c:v>600.57000000000005</c:v>
                </c:pt>
                <c:pt idx="277">
                  <c:v>90.92</c:v>
                </c:pt>
                <c:pt idx="278">
                  <c:v>362.46</c:v>
                </c:pt>
                <c:pt idx="279">
                  <c:v>55.01</c:v>
                </c:pt>
                <c:pt idx="280">
                  <c:v>404.62</c:v>
                </c:pt>
                <c:pt idx="281">
                  <c:v>654.79</c:v>
                </c:pt>
                <c:pt idx="282">
                  <c:v>637.79</c:v>
                </c:pt>
                <c:pt idx="283">
                  <c:v>540.33000000000004</c:v>
                </c:pt>
                <c:pt idx="284">
                  <c:v>208.17</c:v>
                </c:pt>
                <c:pt idx="285">
                  <c:v>338.31</c:v>
                </c:pt>
                <c:pt idx="286">
                  <c:v>139.44999999999999</c:v>
                </c:pt>
                <c:pt idx="287">
                  <c:v>655.17999999999995</c:v>
                </c:pt>
                <c:pt idx="288">
                  <c:v>512.75</c:v>
                </c:pt>
                <c:pt idx="289">
                  <c:v>160.49</c:v>
                </c:pt>
                <c:pt idx="290">
                  <c:v>99.9</c:v>
                </c:pt>
                <c:pt idx="291">
                  <c:v>345.01</c:v>
                </c:pt>
                <c:pt idx="292">
                  <c:v>65.95</c:v>
                </c:pt>
                <c:pt idx="293">
                  <c:v>463.04</c:v>
                </c:pt>
                <c:pt idx="294">
                  <c:v>297.70999999999998</c:v>
                </c:pt>
                <c:pt idx="295">
                  <c:v>107.48</c:v>
                </c:pt>
                <c:pt idx="296">
                  <c:v>638.79999999999995</c:v>
                </c:pt>
                <c:pt idx="297">
                  <c:v>493.88</c:v>
                </c:pt>
                <c:pt idx="298">
                  <c:v>301.17</c:v>
                </c:pt>
                <c:pt idx="299">
                  <c:v>278.66000000000003</c:v>
                </c:pt>
                <c:pt idx="300">
                  <c:v>287.45999999999998</c:v>
                </c:pt>
                <c:pt idx="301">
                  <c:v>583.99</c:v>
                </c:pt>
                <c:pt idx="302">
                  <c:v>468.74</c:v>
                </c:pt>
                <c:pt idx="303">
                  <c:v>30.54</c:v>
                </c:pt>
                <c:pt idx="304">
                  <c:v>408.73</c:v>
                </c:pt>
                <c:pt idx="305">
                  <c:v>126.89</c:v>
                </c:pt>
                <c:pt idx="306">
                  <c:v>57.07</c:v>
                </c:pt>
                <c:pt idx="307">
                  <c:v>557.41</c:v>
                </c:pt>
                <c:pt idx="308">
                  <c:v>448.9</c:v>
                </c:pt>
                <c:pt idx="309">
                  <c:v>549.76</c:v>
                </c:pt>
                <c:pt idx="310">
                  <c:v>132.47999999999999</c:v>
                </c:pt>
                <c:pt idx="311">
                  <c:v>489.37</c:v>
                </c:pt>
                <c:pt idx="312">
                  <c:v>66.31</c:v>
                </c:pt>
                <c:pt idx="313">
                  <c:v>434.3</c:v>
                </c:pt>
                <c:pt idx="314">
                  <c:v>153.09</c:v>
                </c:pt>
                <c:pt idx="315">
                  <c:v>91.67</c:v>
                </c:pt>
                <c:pt idx="316">
                  <c:v>275.27999999999997</c:v>
                </c:pt>
                <c:pt idx="317">
                  <c:v>139.94999999999999</c:v>
                </c:pt>
                <c:pt idx="318">
                  <c:v>148.72</c:v>
                </c:pt>
                <c:pt idx="319">
                  <c:v>563.05999999999995</c:v>
                </c:pt>
                <c:pt idx="320">
                  <c:v>625.51</c:v>
                </c:pt>
                <c:pt idx="321">
                  <c:v>152.29</c:v>
                </c:pt>
                <c:pt idx="322">
                  <c:v>231.82</c:v>
                </c:pt>
                <c:pt idx="323">
                  <c:v>150.16999999999999</c:v>
                </c:pt>
                <c:pt idx="324">
                  <c:v>70.930000000000007</c:v>
                </c:pt>
                <c:pt idx="325">
                  <c:v>361.39</c:v>
                </c:pt>
                <c:pt idx="326">
                  <c:v>670.48</c:v>
                </c:pt>
                <c:pt idx="327">
                  <c:v>359.99</c:v>
                </c:pt>
                <c:pt idx="328">
                  <c:v>674.04</c:v>
                </c:pt>
                <c:pt idx="329">
                  <c:v>283.16000000000003</c:v>
                </c:pt>
                <c:pt idx="330">
                  <c:v>260.52999999999997</c:v>
                </c:pt>
                <c:pt idx="331">
                  <c:v>422.13</c:v>
                </c:pt>
                <c:pt idx="332">
                  <c:v>125.02</c:v>
                </c:pt>
                <c:pt idx="333">
                  <c:v>198.51</c:v>
                </c:pt>
                <c:pt idx="334">
                  <c:v>224.75</c:v>
                </c:pt>
                <c:pt idx="335">
                  <c:v>205.86</c:v>
                </c:pt>
                <c:pt idx="336">
                  <c:v>18.2</c:v>
                </c:pt>
                <c:pt idx="337">
                  <c:v>502.77</c:v>
                </c:pt>
                <c:pt idx="338">
                  <c:v>305.49</c:v>
                </c:pt>
                <c:pt idx="339">
                  <c:v>236.33</c:v>
                </c:pt>
                <c:pt idx="340">
                  <c:v>521.25</c:v>
                </c:pt>
                <c:pt idx="341">
                  <c:v>167.15</c:v>
                </c:pt>
                <c:pt idx="342">
                  <c:v>466.42</c:v>
                </c:pt>
                <c:pt idx="343">
                  <c:v>527.57000000000005</c:v>
                </c:pt>
                <c:pt idx="344">
                  <c:v>623.34</c:v>
                </c:pt>
                <c:pt idx="345">
                  <c:v>501.26</c:v>
                </c:pt>
                <c:pt idx="346">
                  <c:v>655.09</c:v>
                </c:pt>
                <c:pt idx="347">
                  <c:v>264.79000000000002</c:v>
                </c:pt>
                <c:pt idx="348">
                  <c:v>359.73</c:v>
                </c:pt>
                <c:pt idx="349">
                  <c:v>465.33</c:v>
                </c:pt>
                <c:pt idx="350">
                  <c:v>54.41</c:v>
                </c:pt>
                <c:pt idx="351">
                  <c:v>64.66</c:v>
                </c:pt>
                <c:pt idx="352">
                  <c:v>173.96</c:v>
                </c:pt>
                <c:pt idx="353">
                  <c:v>630.82000000000005</c:v>
                </c:pt>
                <c:pt idx="354">
                  <c:v>693.41</c:v>
                </c:pt>
                <c:pt idx="355">
                  <c:v>433.33</c:v>
                </c:pt>
                <c:pt idx="356">
                  <c:v>374.58</c:v>
                </c:pt>
                <c:pt idx="357">
                  <c:v>408.56</c:v>
                </c:pt>
                <c:pt idx="358">
                  <c:v>183.67</c:v>
                </c:pt>
                <c:pt idx="359">
                  <c:v>606.57000000000005</c:v>
                </c:pt>
                <c:pt idx="360">
                  <c:v>589.57000000000005</c:v>
                </c:pt>
                <c:pt idx="361">
                  <c:v>659.85</c:v>
                </c:pt>
                <c:pt idx="362">
                  <c:v>206.84</c:v>
                </c:pt>
                <c:pt idx="363">
                  <c:v>113.87</c:v>
                </c:pt>
                <c:pt idx="364">
                  <c:v>628.74</c:v>
                </c:pt>
                <c:pt idx="365">
                  <c:v>678.38</c:v>
                </c:pt>
                <c:pt idx="366">
                  <c:v>602.24</c:v>
                </c:pt>
                <c:pt idx="367">
                  <c:v>658.77</c:v>
                </c:pt>
                <c:pt idx="368">
                  <c:v>271.02</c:v>
                </c:pt>
                <c:pt idx="369">
                  <c:v>375.25</c:v>
                </c:pt>
                <c:pt idx="370">
                  <c:v>312.11</c:v>
                </c:pt>
                <c:pt idx="371">
                  <c:v>307.76</c:v>
                </c:pt>
                <c:pt idx="372">
                  <c:v>483.53</c:v>
                </c:pt>
                <c:pt idx="373">
                  <c:v>341.15</c:v>
                </c:pt>
                <c:pt idx="374">
                  <c:v>571.9</c:v>
                </c:pt>
                <c:pt idx="375">
                  <c:v>95.03</c:v>
                </c:pt>
                <c:pt idx="376">
                  <c:v>201.22</c:v>
                </c:pt>
                <c:pt idx="377">
                  <c:v>260.26</c:v>
                </c:pt>
                <c:pt idx="378">
                  <c:v>64.5</c:v>
                </c:pt>
                <c:pt idx="379">
                  <c:v>297.67</c:v>
                </c:pt>
                <c:pt idx="380">
                  <c:v>331.9</c:v>
                </c:pt>
                <c:pt idx="381">
                  <c:v>191.76</c:v>
                </c:pt>
                <c:pt idx="382">
                  <c:v>263.08999999999997</c:v>
                </c:pt>
                <c:pt idx="383">
                  <c:v>393.8</c:v>
                </c:pt>
                <c:pt idx="384">
                  <c:v>553.57000000000005</c:v>
                </c:pt>
                <c:pt idx="385">
                  <c:v>191.63</c:v>
                </c:pt>
                <c:pt idx="386">
                  <c:v>93.02</c:v>
                </c:pt>
                <c:pt idx="387">
                  <c:v>39.53</c:v>
                </c:pt>
                <c:pt idx="388">
                  <c:v>633.97</c:v>
                </c:pt>
                <c:pt idx="389">
                  <c:v>697.5</c:v>
                </c:pt>
                <c:pt idx="390">
                  <c:v>508.69</c:v>
                </c:pt>
                <c:pt idx="391">
                  <c:v>527.46</c:v>
                </c:pt>
                <c:pt idx="392">
                  <c:v>627.20000000000005</c:v>
                </c:pt>
                <c:pt idx="393">
                  <c:v>75.010000000000005</c:v>
                </c:pt>
                <c:pt idx="394">
                  <c:v>529.54999999999995</c:v>
                </c:pt>
                <c:pt idx="395">
                  <c:v>127.41</c:v>
                </c:pt>
                <c:pt idx="396">
                  <c:v>287.13</c:v>
                </c:pt>
                <c:pt idx="397">
                  <c:v>427.06</c:v>
                </c:pt>
                <c:pt idx="398">
                  <c:v>53.93</c:v>
                </c:pt>
                <c:pt idx="399">
                  <c:v>423.93</c:v>
                </c:pt>
                <c:pt idx="400">
                  <c:v>160.22</c:v>
                </c:pt>
                <c:pt idx="401">
                  <c:v>538.67999999999995</c:v>
                </c:pt>
                <c:pt idx="402">
                  <c:v>337.38</c:v>
                </c:pt>
                <c:pt idx="403">
                  <c:v>620.21</c:v>
                </c:pt>
                <c:pt idx="404">
                  <c:v>99.1</c:v>
                </c:pt>
                <c:pt idx="405">
                  <c:v>451.97</c:v>
                </c:pt>
                <c:pt idx="406">
                  <c:v>66.099999999999994</c:v>
                </c:pt>
                <c:pt idx="407">
                  <c:v>547.32000000000005</c:v>
                </c:pt>
                <c:pt idx="408">
                  <c:v>412.53</c:v>
                </c:pt>
                <c:pt idx="409">
                  <c:v>84.13</c:v>
                </c:pt>
                <c:pt idx="410">
                  <c:v>518.23</c:v>
                </c:pt>
                <c:pt idx="411">
                  <c:v>39.51</c:v>
                </c:pt>
                <c:pt idx="412">
                  <c:v>133.01</c:v>
                </c:pt>
                <c:pt idx="413">
                  <c:v>118.8</c:v>
                </c:pt>
                <c:pt idx="414">
                  <c:v>139.57</c:v>
                </c:pt>
                <c:pt idx="415">
                  <c:v>184.15</c:v>
                </c:pt>
                <c:pt idx="416">
                  <c:v>644.04999999999995</c:v>
                </c:pt>
                <c:pt idx="417">
                  <c:v>55.41</c:v>
                </c:pt>
                <c:pt idx="418">
                  <c:v>310.93</c:v>
                </c:pt>
                <c:pt idx="419">
                  <c:v>216.66</c:v>
                </c:pt>
                <c:pt idx="420">
                  <c:v>452.7</c:v>
                </c:pt>
                <c:pt idx="421">
                  <c:v>288.20999999999998</c:v>
                </c:pt>
                <c:pt idx="422">
                  <c:v>206.6</c:v>
                </c:pt>
                <c:pt idx="423">
                  <c:v>685.2</c:v>
                </c:pt>
                <c:pt idx="424">
                  <c:v>22.94</c:v>
                </c:pt>
                <c:pt idx="425">
                  <c:v>301.88</c:v>
                </c:pt>
                <c:pt idx="426">
                  <c:v>57.45</c:v>
                </c:pt>
                <c:pt idx="427">
                  <c:v>161.24</c:v>
                </c:pt>
                <c:pt idx="428">
                  <c:v>262.58</c:v>
                </c:pt>
                <c:pt idx="429">
                  <c:v>515.19000000000005</c:v>
                </c:pt>
                <c:pt idx="430">
                  <c:v>450.07</c:v>
                </c:pt>
                <c:pt idx="431">
                  <c:v>52.54</c:v>
                </c:pt>
                <c:pt idx="432">
                  <c:v>424.32</c:v>
                </c:pt>
                <c:pt idx="433">
                  <c:v>631.64</c:v>
                </c:pt>
                <c:pt idx="434">
                  <c:v>327.68</c:v>
                </c:pt>
                <c:pt idx="435">
                  <c:v>414.47</c:v>
                </c:pt>
                <c:pt idx="436">
                  <c:v>221.33</c:v>
                </c:pt>
                <c:pt idx="437">
                  <c:v>512.39</c:v>
                </c:pt>
                <c:pt idx="438">
                  <c:v>459.34</c:v>
                </c:pt>
                <c:pt idx="439">
                  <c:v>146.32</c:v>
                </c:pt>
                <c:pt idx="440">
                  <c:v>83.6</c:v>
                </c:pt>
                <c:pt idx="441">
                  <c:v>328.54</c:v>
                </c:pt>
                <c:pt idx="442">
                  <c:v>314.94</c:v>
                </c:pt>
                <c:pt idx="443">
                  <c:v>69.64</c:v>
                </c:pt>
                <c:pt idx="444">
                  <c:v>135.16999999999999</c:v>
                </c:pt>
                <c:pt idx="445">
                  <c:v>487.21</c:v>
                </c:pt>
                <c:pt idx="446">
                  <c:v>509.58</c:v>
                </c:pt>
                <c:pt idx="447">
                  <c:v>416.81</c:v>
                </c:pt>
                <c:pt idx="448">
                  <c:v>160</c:v>
                </c:pt>
                <c:pt idx="449">
                  <c:v>253.05</c:v>
                </c:pt>
                <c:pt idx="450">
                  <c:v>615.1</c:v>
                </c:pt>
                <c:pt idx="451">
                  <c:v>183.18</c:v>
                </c:pt>
                <c:pt idx="452">
                  <c:v>75.78</c:v>
                </c:pt>
                <c:pt idx="453">
                  <c:v>675.57</c:v>
                </c:pt>
                <c:pt idx="454">
                  <c:v>109.29</c:v>
                </c:pt>
                <c:pt idx="455">
                  <c:v>639.83000000000004</c:v>
                </c:pt>
                <c:pt idx="456">
                  <c:v>62.81</c:v>
                </c:pt>
                <c:pt idx="457">
                  <c:v>615.83000000000004</c:v>
                </c:pt>
                <c:pt idx="458">
                  <c:v>510.58</c:v>
                </c:pt>
                <c:pt idx="459">
                  <c:v>334.39</c:v>
                </c:pt>
                <c:pt idx="460">
                  <c:v>144.25</c:v>
                </c:pt>
                <c:pt idx="461">
                  <c:v>401.82</c:v>
                </c:pt>
                <c:pt idx="462">
                  <c:v>252.68</c:v>
                </c:pt>
                <c:pt idx="463">
                  <c:v>662.78</c:v>
                </c:pt>
                <c:pt idx="464">
                  <c:v>434.42</c:v>
                </c:pt>
                <c:pt idx="465">
                  <c:v>513.49</c:v>
                </c:pt>
                <c:pt idx="466">
                  <c:v>432.47</c:v>
                </c:pt>
                <c:pt idx="467">
                  <c:v>45.94</c:v>
                </c:pt>
                <c:pt idx="468">
                  <c:v>418.36</c:v>
                </c:pt>
                <c:pt idx="469">
                  <c:v>676.98</c:v>
                </c:pt>
                <c:pt idx="470">
                  <c:v>263.62</c:v>
                </c:pt>
                <c:pt idx="471">
                  <c:v>551.27</c:v>
                </c:pt>
                <c:pt idx="472">
                  <c:v>508.12</c:v>
                </c:pt>
                <c:pt idx="473">
                  <c:v>14.93</c:v>
                </c:pt>
                <c:pt idx="474">
                  <c:v>229.34</c:v>
                </c:pt>
                <c:pt idx="475">
                  <c:v>438.62</c:v>
                </c:pt>
                <c:pt idx="476">
                  <c:v>513.59</c:v>
                </c:pt>
                <c:pt idx="477">
                  <c:v>253.74</c:v>
                </c:pt>
                <c:pt idx="478">
                  <c:v>62.77</c:v>
                </c:pt>
                <c:pt idx="479">
                  <c:v>25.29</c:v>
                </c:pt>
                <c:pt idx="480">
                  <c:v>335.1</c:v>
                </c:pt>
                <c:pt idx="481">
                  <c:v>484.85</c:v>
                </c:pt>
                <c:pt idx="482">
                  <c:v>381.41</c:v>
                </c:pt>
                <c:pt idx="483">
                  <c:v>347.92</c:v>
                </c:pt>
                <c:pt idx="484">
                  <c:v>15.01</c:v>
                </c:pt>
                <c:pt idx="485">
                  <c:v>404.79</c:v>
                </c:pt>
                <c:pt idx="486">
                  <c:v>611.26</c:v>
                </c:pt>
                <c:pt idx="487">
                  <c:v>346.52</c:v>
                </c:pt>
                <c:pt idx="488">
                  <c:v>36.65</c:v>
                </c:pt>
                <c:pt idx="489">
                  <c:v>149.34</c:v>
                </c:pt>
                <c:pt idx="490">
                  <c:v>467.81</c:v>
                </c:pt>
                <c:pt idx="491">
                  <c:v>420.7</c:v>
                </c:pt>
                <c:pt idx="492">
                  <c:v>606.52</c:v>
                </c:pt>
                <c:pt idx="493">
                  <c:v>420.26</c:v>
                </c:pt>
                <c:pt idx="494">
                  <c:v>505.79</c:v>
                </c:pt>
                <c:pt idx="495">
                  <c:v>493.73</c:v>
                </c:pt>
                <c:pt idx="496">
                  <c:v>201.21</c:v>
                </c:pt>
                <c:pt idx="497">
                  <c:v>112.29</c:v>
                </c:pt>
                <c:pt idx="498">
                  <c:v>132.56</c:v>
                </c:pt>
                <c:pt idx="499">
                  <c:v>539.46</c:v>
                </c:pt>
                <c:pt idx="500">
                  <c:v>508.59</c:v>
                </c:pt>
                <c:pt idx="501">
                  <c:v>203.46</c:v>
                </c:pt>
                <c:pt idx="502">
                  <c:v>565.25</c:v>
                </c:pt>
                <c:pt idx="503">
                  <c:v>136.84</c:v>
                </c:pt>
                <c:pt idx="504">
                  <c:v>464.5</c:v>
                </c:pt>
                <c:pt idx="505">
                  <c:v>434.97</c:v>
                </c:pt>
                <c:pt idx="506">
                  <c:v>43.67</c:v>
                </c:pt>
                <c:pt idx="507">
                  <c:v>171.59</c:v>
                </c:pt>
                <c:pt idx="508">
                  <c:v>558.27</c:v>
                </c:pt>
                <c:pt idx="509">
                  <c:v>425.03</c:v>
                </c:pt>
                <c:pt idx="510">
                  <c:v>376.76</c:v>
                </c:pt>
                <c:pt idx="511">
                  <c:v>575.24</c:v>
                </c:pt>
                <c:pt idx="512">
                  <c:v>568.02</c:v>
                </c:pt>
                <c:pt idx="513">
                  <c:v>94.88</c:v>
                </c:pt>
                <c:pt idx="514">
                  <c:v>304.14999999999998</c:v>
                </c:pt>
                <c:pt idx="515">
                  <c:v>553.52</c:v>
                </c:pt>
                <c:pt idx="516">
                  <c:v>166.99</c:v>
                </c:pt>
                <c:pt idx="517">
                  <c:v>198.35</c:v>
                </c:pt>
                <c:pt idx="518">
                  <c:v>403.58</c:v>
                </c:pt>
                <c:pt idx="519">
                  <c:v>464.29</c:v>
                </c:pt>
                <c:pt idx="520">
                  <c:v>635.98</c:v>
                </c:pt>
                <c:pt idx="521">
                  <c:v>528.05999999999995</c:v>
                </c:pt>
                <c:pt idx="522">
                  <c:v>515.32000000000005</c:v>
                </c:pt>
                <c:pt idx="523">
                  <c:v>657.79</c:v>
                </c:pt>
                <c:pt idx="524">
                  <c:v>153</c:v>
                </c:pt>
                <c:pt idx="525">
                  <c:v>668.48</c:v>
                </c:pt>
                <c:pt idx="526">
                  <c:v>46.5</c:v>
                </c:pt>
                <c:pt idx="527">
                  <c:v>653.47</c:v>
                </c:pt>
                <c:pt idx="528">
                  <c:v>628.89</c:v>
                </c:pt>
                <c:pt idx="529">
                  <c:v>675.1</c:v>
                </c:pt>
                <c:pt idx="530">
                  <c:v>89.41</c:v>
                </c:pt>
                <c:pt idx="531">
                  <c:v>320.01</c:v>
                </c:pt>
                <c:pt idx="532">
                  <c:v>41</c:v>
                </c:pt>
                <c:pt idx="533">
                  <c:v>565.85</c:v>
                </c:pt>
                <c:pt idx="534">
                  <c:v>648.59</c:v>
                </c:pt>
                <c:pt idx="535">
                  <c:v>68.12</c:v>
                </c:pt>
                <c:pt idx="536">
                  <c:v>616.1</c:v>
                </c:pt>
                <c:pt idx="537">
                  <c:v>247.47</c:v>
                </c:pt>
                <c:pt idx="538">
                  <c:v>490.74</c:v>
                </c:pt>
                <c:pt idx="539">
                  <c:v>531.72</c:v>
                </c:pt>
                <c:pt idx="540">
                  <c:v>648.65</c:v>
                </c:pt>
                <c:pt idx="541">
                  <c:v>456.06</c:v>
                </c:pt>
                <c:pt idx="542">
                  <c:v>17.98</c:v>
                </c:pt>
                <c:pt idx="543">
                  <c:v>269.86</c:v>
                </c:pt>
                <c:pt idx="544">
                  <c:v>31.96</c:v>
                </c:pt>
                <c:pt idx="545">
                  <c:v>98.47</c:v>
                </c:pt>
                <c:pt idx="546">
                  <c:v>158.68</c:v>
                </c:pt>
                <c:pt idx="547">
                  <c:v>613.98</c:v>
                </c:pt>
                <c:pt idx="548">
                  <c:v>426.12</c:v>
                </c:pt>
                <c:pt idx="549">
                  <c:v>629.88</c:v>
                </c:pt>
                <c:pt idx="550">
                  <c:v>228.91</c:v>
                </c:pt>
                <c:pt idx="551">
                  <c:v>120.98</c:v>
                </c:pt>
                <c:pt idx="552">
                  <c:v>425.18</c:v>
                </c:pt>
                <c:pt idx="553">
                  <c:v>333.83</c:v>
                </c:pt>
                <c:pt idx="554">
                  <c:v>492.9</c:v>
                </c:pt>
                <c:pt idx="555">
                  <c:v>92.04</c:v>
                </c:pt>
                <c:pt idx="556">
                  <c:v>654.27</c:v>
                </c:pt>
                <c:pt idx="557">
                  <c:v>56.2</c:v>
                </c:pt>
                <c:pt idx="558">
                  <c:v>628.12</c:v>
                </c:pt>
                <c:pt idx="559">
                  <c:v>157.4</c:v>
                </c:pt>
                <c:pt idx="560">
                  <c:v>588.85</c:v>
                </c:pt>
                <c:pt idx="561">
                  <c:v>494.78</c:v>
                </c:pt>
                <c:pt idx="562">
                  <c:v>663.93</c:v>
                </c:pt>
                <c:pt idx="563">
                  <c:v>132.68</c:v>
                </c:pt>
                <c:pt idx="564">
                  <c:v>364.28</c:v>
                </c:pt>
                <c:pt idx="565">
                  <c:v>307.98</c:v>
                </c:pt>
                <c:pt idx="566">
                  <c:v>162.71</c:v>
                </c:pt>
                <c:pt idx="567">
                  <c:v>492.94</c:v>
                </c:pt>
                <c:pt idx="568">
                  <c:v>343.99</c:v>
                </c:pt>
                <c:pt idx="569">
                  <c:v>250.68</c:v>
                </c:pt>
                <c:pt idx="570">
                  <c:v>362.14</c:v>
                </c:pt>
                <c:pt idx="571">
                  <c:v>214.08</c:v>
                </c:pt>
                <c:pt idx="572">
                  <c:v>70.319999999999993</c:v>
                </c:pt>
                <c:pt idx="573">
                  <c:v>421.42</c:v>
                </c:pt>
                <c:pt idx="574">
                  <c:v>384.69</c:v>
                </c:pt>
                <c:pt idx="575">
                  <c:v>448.15</c:v>
                </c:pt>
                <c:pt idx="576">
                  <c:v>79.08</c:v>
                </c:pt>
                <c:pt idx="577">
                  <c:v>185.41</c:v>
                </c:pt>
                <c:pt idx="578">
                  <c:v>566.07000000000005</c:v>
                </c:pt>
                <c:pt idx="579">
                  <c:v>187.88</c:v>
                </c:pt>
                <c:pt idx="580">
                  <c:v>255.99</c:v>
                </c:pt>
                <c:pt idx="581">
                  <c:v>627.34</c:v>
                </c:pt>
                <c:pt idx="582">
                  <c:v>474.14</c:v>
                </c:pt>
                <c:pt idx="583">
                  <c:v>154.37</c:v>
                </c:pt>
                <c:pt idx="584">
                  <c:v>145.05000000000001</c:v>
                </c:pt>
                <c:pt idx="585">
                  <c:v>67.08</c:v>
                </c:pt>
                <c:pt idx="586">
                  <c:v>522.08000000000004</c:v>
                </c:pt>
                <c:pt idx="587">
                  <c:v>514.6</c:v>
                </c:pt>
                <c:pt idx="588">
                  <c:v>577.82000000000005</c:v>
                </c:pt>
                <c:pt idx="589">
                  <c:v>500.8</c:v>
                </c:pt>
                <c:pt idx="590">
                  <c:v>461.13</c:v>
                </c:pt>
                <c:pt idx="591">
                  <c:v>605.28</c:v>
                </c:pt>
                <c:pt idx="592">
                  <c:v>204.27</c:v>
                </c:pt>
                <c:pt idx="593">
                  <c:v>489.8</c:v>
                </c:pt>
                <c:pt idx="594">
                  <c:v>72.64</c:v>
                </c:pt>
                <c:pt idx="595">
                  <c:v>385.16</c:v>
                </c:pt>
                <c:pt idx="596">
                  <c:v>606.41</c:v>
                </c:pt>
                <c:pt idx="597">
                  <c:v>211.82</c:v>
                </c:pt>
                <c:pt idx="598">
                  <c:v>495.35</c:v>
                </c:pt>
                <c:pt idx="599">
                  <c:v>556.99</c:v>
                </c:pt>
                <c:pt idx="600">
                  <c:v>72.31</c:v>
                </c:pt>
                <c:pt idx="601">
                  <c:v>24.82</c:v>
                </c:pt>
                <c:pt idx="602">
                  <c:v>26.04</c:v>
                </c:pt>
                <c:pt idx="603">
                  <c:v>657.07</c:v>
                </c:pt>
                <c:pt idx="604">
                  <c:v>32.619999999999997</c:v>
                </c:pt>
                <c:pt idx="605">
                  <c:v>228.91</c:v>
                </c:pt>
                <c:pt idx="606">
                  <c:v>274.75</c:v>
                </c:pt>
                <c:pt idx="607">
                  <c:v>634.04999999999995</c:v>
                </c:pt>
                <c:pt idx="608">
                  <c:v>543.16</c:v>
                </c:pt>
                <c:pt idx="609">
                  <c:v>449.13</c:v>
                </c:pt>
                <c:pt idx="610">
                  <c:v>389.62</c:v>
                </c:pt>
                <c:pt idx="611">
                  <c:v>305.17</c:v>
                </c:pt>
                <c:pt idx="612">
                  <c:v>445.12</c:v>
                </c:pt>
                <c:pt idx="613">
                  <c:v>230.36</c:v>
                </c:pt>
                <c:pt idx="614">
                  <c:v>96.81</c:v>
                </c:pt>
                <c:pt idx="615">
                  <c:v>460.14</c:v>
                </c:pt>
                <c:pt idx="616">
                  <c:v>601.6</c:v>
                </c:pt>
                <c:pt idx="617">
                  <c:v>184.47</c:v>
                </c:pt>
                <c:pt idx="618">
                  <c:v>411.34</c:v>
                </c:pt>
                <c:pt idx="619">
                  <c:v>532.89</c:v>
                </c:pt>
                <c:pt idx="620">
                  <c:v>136.34</c:v>
                </c:pt>
                <c:pt idx="621">
                  <c:v>476.01</c:v>
                </c:pt>
                <c:pt idx="622">
                  <c:v>236.38</c:v>
                </c:pt>
                <c:pt idx="623">
                  <c:v>396</c:v>
                </c:pt>
                <c:pt idx="624">
                  <c:v>341.96</c:v>
                </c:pt>
                <c:pt idx="625">
                  <c:v>672.89</c:v>
                </c:pt>
                <c:pt idx="626">
                  <c:v>657.48</c:v>
                </c:pt>
                <c:pt idx="627">
                  <c:v>498.68</c:v>
                </c:pt>
                <c:pt idx="628">
                  <c:v>558.63</c:v>
                </c:pt>
                <c:pt idx="629">
                  <c:v>19.73</c:v>
                </c:pt>
                <c:pt idx="630">
                  <c:v>248.84</c:v>
                </c:pt>
                <c:pt idx="631">
                  <c:v>46.11</c:v>
                </c:pt>
                <c:pt idx="632">
                  <c:v>678.16</c:v>
                </c:pt>
                <c:pt idx="633">
                  <c:v>601.72</c:v>
                </c:pt>
                <c:pt idx="634">
                  <c:v>259.32</c:v>
                </c:pt>
                <c:pt idx="635">
                  <c:v>63.68</c:v>
                </c:pt>
                <c:pt idx="636">
                  <c:v>371.07</c:v>
                </c:pt>
                <c:pt idx="637">
                  <c:v>306.35000000000002</c:v>
                </c:pt>
                <c:pt idx="638">
                  <c:v>578.27</c:v>
                </c:pt>
                <c:pt idx="639">
                  <c:v>529.19000000000005</c:v>
                </c:pt>
                <c:pt idx="640">
                  <c:v>587.49</c:v>
                </c:pt>
                <c:pt idx="641">
                  <c:v>567.57000000000005</c:v>
                </c:pt>
                <c:pt idx="642">
                  <c:v>85.22</c:v>
                </c:pt>
                <c:pt idx="643">
                  <c:v>438.37</c:v>
                </c:pt>
                <c:pt idx="644">
                  <c:v>366.23</c:v>
                </c:pt>
                <c:pt idx="645">
                  <c:v>150.05000000000001</c:v>
                </c:pt>
                <c:pt idx="646">
                  <c:v>498.51</c:v>
                </c:pt>
                <c:pt idx="647">
                  <c:v>339.39</c:v>
                </c:pt>
                <c:pt idx="648">
                  <c:v>575.83000000000004</c:v>
                </c:pt>
                <c:pt idx="649">
                  <c:v>642.98</c:v>
                </c:pt>
                <c:pt idx="650">
                  <c:v>372.23</c:v>
                </c:pt>
                <c:pt idx="651">
                  <c:v>646.34</c:v>
                </c:pt>
                <c:pt idx="652">
                  <c:v>341.84</c:v>
                </c:pt>
                <c:pt idx="653">
                  <c:v>690.3</c:v>
                </c:pt>
                <c:pt idx="654">
                  <c:v>382.37</c:v>
                </c:pt>
                <c:pt idx="655">
                  <c:v>132.6</c:v>
                </c:pt>
                <c:pt idx="656">
                  <c:v>189.06</c:v>
                </c:pt>
                <c:pt idx="657">
                  <c:v>87.79</c:v>
                </c:pt>
                <c:pt idx="658">
                  <c:v>46.36</c:v>
                </c:pt>
                <c:pt idx="659">
                  <c:v>642.04</c:v>
                </c:pt>
                <c:pt idx="660">
                  <c:v>651.57000000000005</c:v>
                </c:pt>
                <c:pt idx="661">
                  <c:v>424.89</c:v>
                </c:pt>
                <c:pt idx="662">
                  <c:v>438.89</c:v>
                </c:pt>
                <c:pt idx="663">
                  <c:v>72.599999999999994</c:v>
                </c:pt>
                <c:pt idx="664">
                  <c:v>194.75</c:v>
                </c:pt>
                <c:pt idx="665">
                  <c:v>231.26</c:v>
                </c:pt>
                <c:pt idx="666">
                  <c:v>327.12</c:v>
                </c:pt>
                <c:pt idx="667">
                  <c:v>466.42</c:v>
                </c:pt>
                <c:pt idx="668">
                  <c:v>253.67</c:v>
                </c:pt>
                <c:pt idx="669">
                  <c:v>257</c:v>
                </c:pt>
                <c:pt idx="670">
                  <c:v>539.20000000000005</c:v>
                </c:pt>
                <c:pt idx="671">
                  <c:v>50.74</c:v>
                </c:pt>
                <c:pt idx="672">
                  <c:v>624.16</c:v>
                </c:pt>
                <c:pt idx="673">
                  <c:v>372.92</c:v>
                </c:pt>
                <c:pt idx="674">
                  <c:v>358.75</c:v>
                </c:pt>
                <c:pt idx="675">
                  <c:v>342.02</c:v>
                </c:pt>
                <c:pt idx="676">
                  <c:v>422.34</c:v>
                </c:pt>
                <c:pt idx="677">
                  <c:v>22.07</c:v>
                </c:pt>
                <c:pt idx="678">
                  <c:v>163.13</c:v>
                </c:pt>
                <c:pt idx="679">
                  <c:v>360.66</c:v>
                </c:pt>
                <c:pt idx="680">
                  <c:v>463.39</c:v>
                </c:pt>
                <c:pt idx="681">
                  <c:v>155.27000000000001</c:v>
                </c:pt>
                <c:pt idx="682">
                  <c:v>509.42</c:v>
                </c:pt>
                <c:pt idx="683">
                  <c:v>652.48</c:v>
                </c:pt>
                <c:pt idx="684">
                  <c:v>34.840000000000003</c:v>
                </c:pt>
                <c:pt idx="685">
                  <c:v>234.37</c:v>
                </c:pt>
                <c:pt idx="686">
                  <c:v>53.6</c:v>
                </c:pt>
                <c:pt idx="687">
                  <c:v>332.09</c:v>
                </c:pt>
                <c:pt idx="688">
                  <c:v>593.22</c:v>
                </c:pt>
                <c:pt idx="689">
                  <c:v>444.84</c:v>
                </c:pt>
                <c:pt idx="690">
                  <c:v>24.48</c:v>
                </c:pt>
                <c:pt idx="691">
                  <c:v>239.08</c:v>
                </c:pt>
                <c:pt idx="692">
                  <c:v>196.84</c:v>
                </c:pt>
                <c:pt idx="693">
                  <c:v>176.58</c:v>
                </c:pt>
                <c:pt idx="694">
                  <c:v>666.52</c:v>
                </c:pt>
                <c:pt idx="695">
                  <c:v>101.3</c:v>
                </c:pt>
                <c:pt idx="696">
                  <c:v>151.19999999999999</c:v>
                </c:pt>
                <c:pt idx="697">
                  <c:v>94.85</c:v>
                </c:pt>
                <c:pt idx="698">
                  <c:v>388.22</c:v>
                </c:pt>
                <c:pt idx="699">
                  <c:v>614.15</c:v>
                </c:pt>
                <c:pt idx="700">
                  <c:v>92.91</c:v>
                </c:pt>
                <c:pt idx="701">
                  <c:v>92.22</c:v>
                </c:pt>
                <c:pt idx="702">
                  <c:v>562.54999999999995</c:v>
                </c:pt>
                <c:pt idx="703">
                  <c:v>92.79</c:v>
                </c:pt>
                <c:pt idx="704">
                  <c:v>30.27</c:v>
                </c:pt>
                <c:pt idx="705">
                  <c:v>49.08</c:v>
                </c:pt>
                <c:pt idx="706">
                  <c:v>228.09</c:v>
                </c:pt>
                <c:pt idx="707">
                  <c:v>650.04</c:v>
                </c:pt>
                <c:pt idx="708">
                  <c:v>665.11</c:v>
                </c:pt>
                <c:pt idx="709">
                  <c:v>386.03</c:v>
                </c:pt>
                <c:pt idx="710">
                  <c:v>21.54</c:v>
                </c:pt>
                <c:pt idx="711">
                  <c:v>475.78</c:v>
                </c:pt>
                <c:pt idx="712">
                  <c:v>68.400000000000006</c:v>
                </c:pt>
                <c:pt idx="713">
                  <c:v>532.49</c:v>
                </c:pt>
                <c:pt idx="714">
                  <c:v>51.73</c:v>
                </c:pt>
                <c:pt idx="715">
                  <c:v>653.63</c:v>
                </c:pt>
                <c:pt idx="716">
                  <c:v>454.29</c:v>
                </c:pt>
                <c:pt idx="717">
                  <c:v>122.11</c:v>
                </c:pt>
                <c:pt idx="718">
                  <c:v>64.739999999999995</c:v>
                </c:pt>
                <c:pt idx="719">
                  <c:v>681.06</c:v>
                </c:pt>
                <c:pt idx="720">
                  <c:v>128.94999999999999</c:v>
                </c:pt>
                <c:pt idx="721">
                  <c:v>118.59</c:v>
                </c:pt>
                <c:pt idx="722">
                  <c:v>95.1</c:v>
                </c:pt>
                <c:pt idx="723">
                  <c:v>54.95</c:v>
                </c:pt>
                <c:pt idx="724">
                  <c:v>136.97</c:v>
                </c:pt>
                <c:pt idx="725">
                  <c:v>194.85</c:v>
                </c:pt>
                <c:pt idx="726">
                  <c:v>583.02</c:v>
                </c:pt>
                <c:pt idx="727">
                  <c:v>95.75</c:v>
                </c:pt>
                <c:pt idx="728">
                  <c:v>325.76</c:v>
                </c:pt>
                <c:pt idx="729">
                  <c:v>186.41</c:v>
                </c:pt>
                <c:pt idx="730">
                  <c:v>474.6</c:v>
                </c:pt>
                <c:pt idx="731">
                  <c:v>584.46</c:v>
                </c:pt>
                <c:pt idx="732">
                  <c:v>132.05000000000001</c:v>
                </c:pt>
                <c:pt idx="733">
                  <c:v>494.84</c:v>
                </c:pt>
                <c:pt idx="734">
                  <c:v>224.61</c:v>
                </c:pt>
                <c:pt idx="735">
                  <c:v>44.07</c:v>
                </c:pt>
                <c:pt idx="736">
                  <c:v>418.53</c:v>
                </c:pt>
                <c:pt idx="737">
                  <c:v>532.87</c:v>
                </c:pt>
                <c:pt idx="738">
                  <c:v>485.37</c:v>
                </c:pt>
                <c:pt idx="739">
                  <c:v>386.73</c:v>
                </c:pt>
                <c:pt idx="740">
                  <c:v>377.47</c:v>
                </c:pt>
                <c:pt idx="741">
                  <c:v>332.64</c:v>
                </c:pt>
                <c:pt idx="742">
                  <c:v>699.93</c:v>
                </c:pt>
                <c:pt idx="743">
                  <c:v>576.35</c:v>
                </c:pt>
                <c:pt idx="744">
                  <c:v>461.37</c:v>
                </c:pt>
                <c:pt idx="745">
                  <c:v>111.3</c:v>
                </c:pt>
                <c:pt idx="746">
                  <c:v>661.89</c:v>
                </c:pt>
                <c:pt idx="747">
                  <c:v>259.58</c:v>
                </c:pt>
                <c:pt idx="748">
                  <c:v>70.81</c:v>
                </c:pt>
                <c:pt idx="749">
                  <c:v>518.39</c:v>
                </c:pt>
                <c:pt idx="750">
                  <c:v>145.41</c:v>
                </c:pt>
                <c:pt idx="751">
                  <c:v>599.86</c:v>
                </c:pt>
                <c:pt idx="752">
                  <c:v>429.37</c:v>
                </c:pt>
                <c:pt idx="753">
                  <c:v>241.49</c:v>
                </c:pt>
                <c:pt idx="754">
                  <c:v>452.05</c:v>
                </c:pt>
                <c:pt idx="755">
                  <c:v>336.71</c:v>
                </c:pt>
                <c:pt idx="756">
                  <c:v>283.69</c:v>
                </c:pt>
                <c:pt idx="757">
                  <c:v>157.72</c:v>
                </c:pt>
                <c:pt idx="758">
                  <c:v>624.84</c:v>
                </c:pt>
                <c:pt idx="759">
                  <c:v>308.01</c:v>
                </c:pt>
                <c:pt idx="760">
                  <c:v>39.56</c:v>
                </c:pt>
                <c:pt idx="761">
                  <c:v>37.76</c:v>
                </c:pt>
                <c:pt idx="762">
                  <c:v>76.959999999999994</c:v>
                </c:pt>
                <c:pt idx="763">
                  <c:v>569.96</c:v>
                </c:pt>
                <c:pt idx="764">
                  <c:v>627.42999999999995</c:v>
                </c:pt>
                <c:pt idx="765">
                  <c:v>534.91</c:v>
                </c:pt>
                <c:pt idx="766">
                  <c:v>278.88</c:v>
                </c:pt>
                <c:pt idx="767">
                  <c:v>323.22000000000003</c:v>
                </c:pt>
                <c:pt idx="768">
                  <c:v>653.46</c:v>
                </c:pt>
                <c:pt idx="769">
                  <c:v>678.55</c:v>
                </c:pt>
                <c:pt idx="770">
                  <c:v>314.38</c:v>
                </c:pt>
                <c:pt idx="771">
                  <c:v>692.44</c:v>
                </c:pt>
                <c:pt idx="772">
                  <c:v>604.87</c:v>
                </c:pt>
                <c:pt idx="773">
                  <c:v>512.33000000000004</c:v>
                </c:pt>
                <c:pt idx="774">
                  <c:v>20.54</c:v>
                </c:pt>
                <c:pt idx="775">
                  <c:v>625.22</c:v>
                </c:pt>
                <c:pt idx="776">
                  <c:v>21.19</c:v>
                </c:pt>
                <c:pt idx="777">
                  <c:v>64.489999999999995</c:v>
                </c:pt>
                <c:pt idx="778">
                  <c:v>246.85</c:v>
                </c:pt>
                <c:pt idx="779">
                  <c:v>588.74</c:v>
                </c:pt>
                <c:pt idx="780">
                  <c:v>184.48</c:v>
                </c:pt>
                <c:pt idx="781">
                  <c:v>524.26</c:v>
                </c:pt>
                <c:pt idx="782">
                  <c:v>493.63</c:v>
                </c:pt>
                <c:pt idx="783">
                  <c:v>438.34</c:v>
                </c:pt>
                <c:pt idx="784">
                  <c:v>325.81</c:v>
                </c:pt>
                <c:pt idx="785">
                  <c:v>176.1</c:v>
                </c:pt>
                <c:pt idx="786">
                  <c:v>45.31</c:v>
                </c:pt>
                <c:pt idx="787">
                  <c:v>221.96</c:v>
                </c:pt>
                <c:pt idx="788">
                  <c:v>601.42999999999995</c:v>
                </c:pt>
                <c:pt idx="789">
                  <c:v>691.28</c:v>
                </c:pt>
                <c:pt idx="790">
                  <c:v>417.89</c:v>
                </c:pt>
                <c:pt idx="791">
                  <c:v>409.28</c:v>
                </c:pt>
                <c:pt idx="792">
                  <c:v>356.35</c:v>
                </c:pt>
                <c:pt idx="793">
                  <c:v>170.22</c:v>
                </c:pt>
                <c:pt idx="794">
                  <c:v>384.85</c:v>
                </c:pt>
                <c:pt idx="795">
                  <c:v>115.77</c:v>
                </c:pt>
                <c:pt idx="796">
                  <c:v>579.54999999999995</c:v>
                </c:pt>
                <c:pt idx="797">
                  <c:v>438.76</c:v>
                </c:pt>
                <c:pt idx="798">
                  <c:v>488.35</c:v>
                </c:pt>
                <c:pt idx="799">
                  <c:v>328.56</c:v>
                </c:pt>
                <c:pt idx="800">
                  <c:v>68.39</c:v>
                </c:pt>
                <c:pt idx="801">
                  <c:v>595.62</c:v>
                </c:pt>
                <c:pt idx="802">
                  <c:v>644.64</c:v>
                </c:pt>
                <c:pt idx="803">
                  <c:v>397.81</c:v>
                </c:pt>
                <c:pt idx="804">
                  <c:v>236.5</c:v>
                </c:pt>
                <c:pt idx="805">
                  <c:v>472.01</c:v>
                </c:pt>
                <c:pt idx="806">
                  <c:v>253.75</c:v>
                </c:pt>
                <c:pt idx="807">
                  <c:v>676.21</c:v>
                </c:pt>
                <c:pt idx="808">
                  <c:v>134.05000000000001</c:v>
                </c:pt>
                <c:pt idx="809">
                  <c:v>217.43</c:v>
                </c:pt>
                <c:pt idx="810">
                  <c:v>553.55999999999995</c:v>
                </c:pt>
                <c:pt idx="811">
                  <c:v>28.55</c:v>
                </c:pt>
                <c:pt idx="812">
                  <c:v>255.26</c:v>
                </c:pt>
                <c:pt idx="813">
                  <c:v>292.54000000000002</c:v>
                </c:pt>
                <c:pt idx="814">
                  <c:v>147.51</c:v>
                </c:pt>
                <c:pt idx="815">
                  <c:v>569.84</c:v>
                </c:pt>
                <c:pt idx="816">
                  <c:v>574.79</c:v>
                </c:pt>
                <c:pt idx="817">
                  <c:v>598.19000000000005</c:v>
                </c:pt>
                <c:pt idx="818">
                  <c:v>390.84</c:v>
                </c:pt>
                <c:pt idx="819">
                  <c:v>398.45</c:v>
                </c:pt>
                <c:pt idx="820">
                  <c:v>623.80999999999995</c:v>
                </c:pt>
                <c:pt idx="821">
                  <c:v>174.49</c:v>
                </c:pt>
                <c:pt idx="822">
                  <c:v>479.56</c:v>
                </c:pt>
                <c:pt idx="823">
                  <c:v>653.13</c:v>
                </c:pt>
                <c:pt idx="824">
                  <c:v>481.1</c:v>
                </c:pt>
                <c:pt idx="825">
                  <c:v>271.69</c:v>
                </c:pt>
                <c:pt idx="826">
                  <c:v>463.81</c:v>
                </c:pt>
                <c:pt idx="827">
                  <c:v>639.88</c:v>
                </c:pt>
                <c:pt idx="828">
                  <c:v>404.58</c:v>
                </c:pt>
                <c:pt idx="829">
                  <c:v>76.930000000000007</c:v>
                </c:pt>
                <c:pt idx="830">
                  <c:v>190.64</c:v>
                </c:pt>
                <c:pt idx="831">
                  <c:v>88.73</c:v>
                </c:pt>
                <c:pt idx="832">
                  <c:v>485.71</c:v>
                </c:pt>
                <c:pt idx="833">
                  <c:v>78.290000000000006</c:v>
                </c:pt>
                <c:pt idx="834">
                  <c:v>22.14</c:v>
                </c:pt>
                <c:pt idx="835">
                  <c:v>679.65</c:v>
                </c:pt>
                <c:pt idx="836">
                  <c:v>178.44</c:v>
                </c:pt>
                <c:pt idx="837">
                  <c:v>655.55</c:v>
                </c:pt>
                <c:pt idx="838">
                  <c:v>577.08000000000004</c:v>
                </c:pt>
                <c:pt idx="839">
                  <c:v>197.97</c:v>
                </c:pt>
                <c:pt idx="840">
                  <c:v>411.95</c:v>
                </c:pt>
                <c:pt idx="841">
                  <c:v>443.22</c:v>
                </c:pt>
                <c:pt idx="842">
                  <c:v>364.14</c:v>
                </c:pt>
                <c:pt idx="843">
                  <c:v>430.06</c:v>
                </c:pt>
                <c:pt idx="844">
                  <c:v>320.92</c:v>
                </c:pt>
                <c:pt idx="845">
                  <c:v>107.36</c:v>
                </c:pt>
                <c:pt idx="846">
                  <c:v>359.86</c:v>
                </c:pt>
                <c:pt idx="847">
                  <c:v>434.23</c:v>
                </c:pt>
                <c:pt idx="848">
                  <c:v>645.85</c:v>
                </c:pt>
                <c:pt idx="849">
                  <c:v>214.35</c:v>
                </c:pt>
                <c:pt idx="850">
                  <c:v>638.5</c:v>
                </c:pt>
                <c:pt idx="851">
                  <c:v>365.57</c:v>
                </c:pt>
                <c:pt idx="852">
                  <c:v>568.04999999999995</c:v>
                </c:pt>
                <c:pt idx="853">
                  <c:v>490.01</c:v>
                </c:pt>
                <c:pt idx="854">
                  <c:v>372.6</c:v>
                </c:pt>
                <c:pt idx="855">
                  <c:v>240.61</c:v>
                </c:pt>
                <c:pt idx="856">
                  <c:v>586.62</c:v>
                </c:pt>
                <c:pt idx="857">
                  <c:v>257.83999999999997</c:v>
                </c:pt>
                <c:pt idx="858">
                  <c:v>435.66</c:v>
                </c:pt>
                <c:pt idx="859">
                  <c:v>261.33</c:v>
                </c:pt>
                <c:pt idx="860">
                  <c:v>422.54</c:v>
                </c:pt>
                <c:pt idx="861">
                  <c:v>330.45</c:v>
                </c:pt>
                <c:pt idx="862">
                  <c:v>120.82</c:v>
                </c:pt>
                <c:pt idx="863">
                  <c:v>14.06</c:v>
                </c:pt>
                <c:pt idx="864">
                  <c:v>491.11</c:v>
                </c:pt>
                <c:pt idx="865">
                  <c:v>677.37</c:v>
                </c:pt>
                <c:pt idx="866">
                  <c:v>189.25</c:v>
                </c:pt>
                <c:pt idx="867">
                  <c:v>142.58000000000001</c:v>
                </c:pt>
                <c:pt idx="868">
                  <c:v>316.32</c:v>
                </c:pt>
                <c:pt idx="869">
                  <c:v>533.95000000000005</c:v>
                </c:pt>
                <c:pt idx="870">
                  <c:v>470.09</c:v>
                </c:pt>
                <c:pt idx="871">
                  <c:v>324.3</c:v>
                </c:pt>
                <c:pt idx="872">
                  <c:v>629.34</c:v>
                </c:pt>
                <c:pt idx="873">
                  <c:v>136.84</c:v>
                </c:pt>
                <c:pt idx="874">
                  <c:v>488.9</c:v>
                </c:pt>
                <c:pt idx="875">
                  <c:v>133.38999999999999</c:v>
                </c:pt>
                <c:pt idx="876">
                  <c:v>608.91</c:v>
                </c:pt>
                <c:pt idx="877">
                  <c:v>524.05999999999995</c:v>
                </c:pt>
                <c:pt idx="878">
                  <c:v>330.69</c:v>
                </c:pt>
                <c:pt idx="879">
                  <c:v>547.66999999999996</c:v>
                </c:pt>
                <c:pt idx="880">
                  <c:v>233.7</c:v>
                </c:pt>
                <c:pt idx="881">
                  <c:v>448.85</c:v>
                </c:pt>
                <c:pt idx="882">
                  <c:v>274.12</c:v>
                </c:pt>
                <c:pt idx="883">
                  <c:v>561.48</c:v>
                </c:pt>
                <c:pt idx="884">
                  <c:v>595.54</c:v>
                </c:pt>
                <c:pt idx="885">
                  <c:v>515.59</c:v>
                </c:pt>
                <c:pt idx="886">
                  <c:v>460.13</c:v>
                </c:pt>
                <c:pt idx="887">
                  <c:v>171.66</c:v>
                </c:pt>
                <c:pt idx="888">
                  <c:v>266.95</c:v>
                </c:pt>
                <c:pt idx="889">
                  <c:v>650.72</c:v>
                </c:pt>
                <c:pt idx="890">
                  <c:v>439.53</c:v>
                </c:pt>
                <c:pt idx="891">
                  <c:v>654.54</c:v>
                </c:pt>
                <c:pt idx="892">
                  <c:v>394.53</c:v>
                </c:pt>
                <c:pt idx="893">
                  <c:v>678.01</c:v>
                </c:pt>
                <c:pt idx="894">
                  <c:v>575.01</c:v>
                </c:pt>
                <c:pt idx="895">
                  <c:v>154.63999999999999</c:v>
                </c:pt>
                <c:pt idx="896">
                  <c:v>147.29</c:v>
                </c:pt>
                <c:pt idx="897">
                  <c:v>481.48</c:v>
                </c:pt>
                <c:pt idx="898">
                  <c:v>158.37</c:v>
                </c:pt>
                <c:pt idx="899">
                  <c:v>323.37</c:v>
                </c:pt>
                <c:pt idx="900">
                  <c:v>73.83</c:v>
                </c:pt>
                <c:pt idx="901">
                  <c:v>458.63</c:v>
                </c:pt>
                <c:pt idx="902">
                  <c:v>180.25</c:v>
                </c:pt>
                <c:pt idx="903">
                  <c:v>473.49</c:v>
                </c:pt>
                <c:pt idx="904">
                  <c:v>237.43</c:v>
                </c:pt>
                <c:pt idx="905">
                  <c:v>442.39</c:v>
                </c:pt>
                <c:pt idx="906">
                  <c:v>62.12</c:v>
                </c:pt>
                <c:pt idx="907">
                  <c:v>298.39</c:v>
                </c:pt>
                <c:pt idx="908">
                  <c:v>697.93</c:v>
                </c:pt>
                <c:pt idx="909">
                  <c:v>291.85000000000002</c:v>
                </c:pt>
                <c:pt idx="910">
                  <c:v>308.98</c:v>
                </c:pt>
                <c:pt idx="911">
                  <c:v>396.86</c:v>
                </c:pt>
                <c:pt idx="912">
                  <c:v>139.69</c:v>
                </c:pt>
                <c:pt idx="913">
                  <c:v>475.95</c:v>
                </c:pt>
                <c:pt idx="914">
                  <c:v>626.6</c:v>
                </c:pt>
                <c:pt idx="915">
                  <c:v>502.99</c:v>
                </c:pt>
                <c:pt idx="916">
                  <c:v>578.83000000000004</c:v>
                </c:pt>
                <c:pt idx="917">
                  <c:v>383.82</c:v>
                </c:pt>
                <c:pt idx="918">
                  <c:v>368.25</c:v>
                </c:pt>
                <c:pt idx="919">
                  <c:v>374.6</c:v>
                </c:pt>
                <c:pt idx="920">
                  <c:v>428.09</c:v>
                </c:pt>
                <c:pt idx="921">
                  <c:v>438.93</c:v>
                </c:pt>
                <c:pt idx="922">
                  <c:v>563.82000000000005</c:v>
                </c:pt>
                <c:pt idx="923">
                  <c:v>649.92999999999995</c:v>
                </c:pt>
                <c:pt idx="924">
                  <c:v>268.43</c:v>
                </c:pt>
                <c:pt idx="925">
                  <c:v>502.47</c:v>
                </c:pt>
                <c:pt idx="926">
                  <c:v>26.95</c:v>
                </c:pt>
                <c:pt idx="927">
                  <c:v>64.69</c:v>
                </c:pt>
                <c:pt idx="928">
                  <c:v>247.11</c:v>
                </c:pt>
                <c:pt idx="929">
                  <c:v>536.25</c:v>
                </c:pt>
                <c:pt idx="930">
                  <c:v>456.04</c:v>
                </c:pt>
                <c:pt idx="931">
                  <c:v>40.229999999999997</c:v>
                </c:pt>
                <c:pt idx="932">
                  <c:v>72.39</c:v>
                </c:pt>
                <c:pt idx="933">
                  <c:v>394.16</c:v>
                </c:pt>
                <c:pt idx="934">
                  <c:v>119.84</c:v>
                </c:pt>
                <c:pt idx="935">
                  <c:v>692.71</c:v>
                </c:pt>
                <c:pt idx="936">
                  <c:v>56.66</c:v>
                </c:pt>
                <c:pt idx="937">
                  <c:v>298.52999999999997</c:v>
                </c:pt>
                <c:pt idx="938">
                  <c:v>331.46</c:v>
                </c:pt>
                <c:pt idx="939">
                  <c:v>521.4</c:v>
                </c:pt>
                <c:pt idx="940">
                  <c:v>305.32</c:v>
                </c:pt>
                <c:pt idx="941">
                  <c:v>111.7</c:v>
                </c:pt>
                <c:pt idx="942">
                  <c:v>479.76</c:v>
                </c:pt>
                <c:pt idx="943">
                  <c:v>193.49</c:v>
                </c:pt>
                <c:pt idx="944">
                  <c:v>426.22</c:v>
                </c:pt>
                <c:pt idx="945">
                  <c:v>276.44</c:v>
                </c:pt>
                <c:pt idx="946">
                  <c:v>404.96</c:v>
                </c:pt>
                <c:pt idx="947">
                  <c:v>465.66</c:v>
                </c:pt>
                <c:pt idx="948">
                  <c:v>594.07000000000005</c:v>
                </c:pt>
                <c:pt idx="949">
                  <c:v>110.38</c:v>
                </c:pt>
                <c:pt idx="950">
                  <c:v>596.24</c:v>
                </c:pt>
                <c:pt idx="951">
                  <c:v>306.24</c:v>
                </c:pt>
                <c:pt idx="952">
                  <c:v>503.39</c:v>
                </c:pt>
                <c:pt idx="953">
                  <c:v>131.61000000000001</c:v>
                </c:pt>
                <c:pt idx="954">
                  <c:v>443.44</c:v>
                </c:pt>
                <c:pt idx="955">
                  <c:v>408.13</c:v>
                </c:pt>
                <c:pt idx="956">
                  <c:v>160.97999999999999</c:v>
                </c:pt>
                <c:pt idx="957">
                  <c:v>643.89</c:v>
                </c:pt>
                <c:pt idx="958">
                  <c:v>158.66</c:v>
                </c:pt>
                <c:pt idx="959">
                  <c:v>143.82</c:v>
                </c:pt>
                <c:pt idx="960">
                  <c:v>379.07</c:v>
                </c:pt>
                <c:pt idx="961">
                  <c:v>601.36</c:v>
                </c:pt>
                <c:pt idx="962">
                  <c:v>142.08000000000001</c:v>
                </c:pt>
                <c:pt idx="963">
                  <c:v>530.34</c:v>
                </c:pt>
                <c:pt idx="964">
                  <c:v>364.42</c:v>
                </c:pt>
                <c:pt idx="965">
                  <c:v>578.28</c:v>
                </c:pt>
                <c:pt idx="966">
                  <c:v>280.52</c:v>
                </c:pt>
                <c:pt idx="967">
                  <c:v>638.91999999999996</c:v>
                </c:pt>
                <c:pt idx="968">
                  <c:v>412.2</c:v>
                </c:pt>
                <c:pt idx="969">
                  <c:v>440.34</c:v>
                </c:pt>
                <c:pt idx="970">
                  <c:v>627.15</c:v>
                </c:pt>
                <c:pt idx="971">
                  <c:v>605.26</c:v>
                </c:pt>
                <c:pt idx="972">
                  <c:v>90.27</c:v>
                </c:pt>
                <c:pt idx="973">
                  <c:v>230.77</c:v>
                </c:pt>
                <c:pt idx="974">
                  <c:v>266.77999999999997</c:v>
                </c:pt>
                <c:pt idx="975">
                  <c:v>105.92</c:v>
                </c:pt>
                <c:pt idx="976">
                  <c:v>589.29999999999995</c:v>
                </c:pt>
                <c:pt idx="977">
                  <c:v>649.47</c:v>
                </c:pt>
                <c:pt idx="978">
                  <c:v>107.49</c:v>
                </c:pt>
                <c:pt idx="979">
                  <c:v>669.06</c:v>
                </c:pt>
                <c:pt idx="980">
                  <c:v>69.650000000000006</c:v>
                </c:pt>
                <c:pt idx="981">
                  <c:v>136.83000000000001</c:v>
                </c:pt>
                <c:pt idx="982">
                  <c:v>304.11</c:v>
                </c:pt>
                <c:pt idx="983">
                  <c:v>296.27999999999997</c:v>
                </c:pt>
                <c:pt idx="984">
                  <c:v>77.64</c:v>
                </c:pt>
                <c:pt idx="985">
                  <c:v>243.71</c:v>
                </c:pt>
                <c:pt idx="986">
                  <c:v>644.96</c:v>
                </c:pt>
                <c:pt idx="987">
                  <c:v>283.73</c:v>
                </c:pt>
                <c:pt idx="988">
                  <c:v>629.55999999999995</c:v>
                </c:pt>
                <c:pt idx="989">
                  <c:v>246.11</c:v>
                </c:pt>
                <c:pt idx="990">
                  <c:v>418.26</c:v>
                </c:pt>
                <c:pt idx="991">
                  <c:v>127.18</c:v>
                </c:pt>
                <c:pt idx="992">
                  <c:v>586.21</c:v>
                </c:pt>
                <c:pt idx="993">
                  <c:v>267.45</c:v>
                </c:pt>
                <c:pt idx="994">
                  <c:v>615.65</c:v>
                </c:pt>
                <c:pt idx="995">
                  <c:v>113.29</c:v>
                </c:pt>
                <c:pt idx="996">
                  <c:v>473.86</c:v>
                </c:pt>
                <c:pt idx="997">
                  <c:v>444.75</c:v>
                </c:pt>
                <c:pt idx="998">
                  <c:v>183.67</c:v>
                </c:pt>
                <c:pt idx="999">
                  <c:v>483.38</c:v>
                </c:pt>
                <c:pt idx="1000">
                  <c:v>260.93</c:v>
                </c:pt>
                <c:pt idx="1001">
                  <c:v>253.68</c:v>
                </c:pt>
                <c:pt idx="1002">
                  <c:v>699.88</c:v>
                </c:pt>
                <c:pt idx="1003">
                  <c:v>319.97000000000003</c:v>
                </c:pt>
                <c:pt idx="1004">
                  <c:v>246.91</c:v>
                </c:pt>
                <c:pt idx="1005">
                  <c:v>392.85</c:v>
                </c:pt>
                <c:pt idx="1006">
                  <c:v>420.98</c:v>
                </c:pt>
                <c:pt idx="1007">
                  <c:v>73.260000000000005</c:v>
                </c:pt>
                <c:pt idx="1008">
                  <c:v>410.88</c:v>
                </c:pt>
                <c:pt idx="1009">
                  <c:v>176.46</c:v>
                </c:pt>
                <c:pt idx="1010">
                  <c:v>659.57</c:v>
                </c:pt>
                <c:pt idx="1011">
                  <c:v>478.36</c:v>
                </c:pt>
                <c:pt idx="1012">
                  <c:v>30.05</c:v>
                </c:pt>
                <c:pt idx="1013">
                  <c:v>300.56</c:v>
                </c:pt>
                <c:pt idx="1014">
                  <c:v>226.45</c:v>
                </c:pt>
                <c:pt idx="1015">
                  <c:v>349.4</c:v>
                </c:pt>
                <c:pt idx="1016">
                  <c:v>268.77999999999997</c:v>
                </c:pt>
                <c:pt idx="1017">
                  <c:v>680.85</c:v>
                </c:pt>
                <c:pt idx="1018">
                  <c:v>182.48</c:v>
                </c:pt>
                <c:pt idx="1019">
                  <c:v>277.08999999999997</c:v>
                </c:pt>
                <c:pt idx="1020">
                  <c:v>26.5</c:v>
                </c:pt>
                <c:pt idx="1021">
                  <c:v>315.27</c:v>
                </c:pt>
                <c:pt idx="1022">
                  <c:v>450.98</c:v>
                </c:pt>
                <c:pt idx="1023">
                  <c:v>233.67</c:v>
                </c:pt>
                <c:pt idx="1024">
                  <c:v>367.75</c:v>
                </c:pt>
                <c:pt idx="1025">
                  <c:v>23.53</c:v>
                </c:pt>
                <c:pt idx="1026">
                  <c:v>677.48</c:v>
                </c:pt>
                <c:pt idx="1027">
                  <c:v>554.83000000000004</c:v>
                </c:pt>
                <c:pt idx="1028">
                  <c:v>440.31</c:v>
                </c:pt>
                <c:pt idx="1029">
                  <c:v>87.06</c:v>
                </c:pt>
                <c:pt idx="1030">
                  <c:v>245.28</c:v>
                </c:pt>
                <c:pt idx="1031">
                  <c:v>664.51</c:v>
                </c:pt>
                <c:pt idx="1032">
                  <c:v>618.67999999999995</c:v>
                </c:pt>
                <c:pt idx="1033">
                  <c:v>370.85</c:v>
                </c:pt>
                <c:pt idx="1034">
                  <c:v>517.98</c:v>
                </c:pt>
                <c:pt idx="1035">
                  <c:v>506.11</c:v>
                </c:pt>
                <c:pt idx="1036">
                  <c:v>413.83</c:v>
                </c:pt>
                <c:pt idx="1037">
                  <c:v>249.81</c:v>
                </c:pt>
                <c:pt idx="1038">
                  <c:v>362.53</c:v>
                </c:pt>
                <c:pt idx="1039">
                  <c:v>299.23</c:v>
                </c:pt>
                <c:pt idx="1040">
                  <c:v>536.07000000000005</c:v>
                </c:pt>
                <c:pt idx="1041">
                  <c:v>558.9</c:v>
                </c:pt>
                <c:pt idx="1042">
                  <c:v>409.75</c:v>
                </c:pt>
                <c:pt idx="1043">
                  <c:v>179.96</c:v>
                </c:pt>
                <c:pt idx="1044">
                  <c:v>38.49</c:v>
                </c:pt>
                <c:pt idx="1045">
                  <c:v>316.39999999999998</c:v>
                </c:pt>
                <c:pt idx="1046">
                  <c:v>547.15</c:v>
                </c:pt>
                <c:pt idx="1047">
                  <c:v>540.34</c:v>
                </c:pt>
                <c:pt idx="1048">
                  <c:v>73.650000000000006</c:v>
                </c:pt>
                <c:pt idx="1049">
                  <c:v>391.86</c:v>
                </c:pt>
                <c:pt idx="1050">
                  <c:v>69.7</c:v>
                </c:pt>
                <c:pt idx="1051">
                  <c:v>26.43</c:v>
                </c:pt>
                <c:pt idx="1052">
                  <c:v>531.74</c:v>
                </c:pt>
                <c:pt idx="1053">
                  <c:v>496.62</c:v>
                </c:pt>
                <c:pt idx="1054">
                  <c:v>660.66</c:v>
                </c:pt>
                <c:pt idx="1055">
                  <c:v>274.82</c:v>
                </c:pt>
                <c:pt idx="1056">
                  <c:v>486.35</c:v>
                </c:pt>
                <c:pt idx="1057">
                  <c:v>428.88</c:v>
                </c:pt>
                <c:pt idx="1058">
                  <c:v>412.14</c:v>
                </c:pt>
                <c:pt idx="1059">
                  <c:v>265.64</c:v>
                </c:pt>
                <c:pt idx="1060">
                  <c:v>273.43</c:v>
                </c:pt>
                <c:pt idx="1061">
                  <c:v>131.69999999999999</c:v>
                </c:pt>
                <c:pt idx="1062">
                  <c:v>85.52</c:v>
                </c:pt>
                <c:pt idx="1063">
                  <c:v>320.68</c:v>
                </c:pt>
                <c:pt idx="1064">
                  <c:v>198.81</c:v>
                </c:pt>
                <c:pt idx="1065">
                  <c:v>666.8</c:v>
                </c:pt>
                <c:pt idx="1066">
                  <c:v>355.09</c:v>
                </c:pt>
                <c:pt idx="1067">
                  <c:v>316.2</c:v>
                </c:pt>
                <c:pt idx="1068">
                  <c:v>133.38999999999999</c:v>
                </c:pt>
                <c:pt idx="1069">
                  <c:v>454.23</c:v>
                </c:pt>
                <c:pt idx="1070">
                  <c:v>491.29</c:v>
                </c:pt>
                <c:pt idx="1071">
                  <c:v>255.14</c:v>
                </c:pt>
                <c:pt idx="1072">
                  <c:v>392.61</c:v>
                </c:pt>
                <c:pt idx="1073">
                  <c:v>362.06</c:v>
                </c:pt>
                <c:pt idx="1074">
                  <c:v>222.73</c:v>
                </c:pt>
                <c:pt idx="1075">
                  <c:v>552.63</c:v>
                </c:pt>
                <c:pt idx="1076">
                  <c:v>686.61</c:v>
                </c:pt>
                <c:pt idx="1077">
                  <c:v>305.16000000000003</c:v>
                </c:pt>
                <c:pt idx="1078">
                  <c:v>41.09</c:v>
                </c:pt>
                <c:pt idx="1079">
                  <c:v>634</c:v>
                </c:pt>
                <c:pt idx="1080">
                  <c:v>464.74</c:v>
                </c:pt>
                <c:pt idx="1081">
                  <c:v>425.6</c:v>
                </c:pt>
                <c:pt idx="1082">
                  <c:v>573.22</c:v>
                </c:pt>
                <c:pt idx="1083">
                  <c:v>123.28</c:v>
                </c:pt>
                <c:pt idx="1084">
                  <c:v>70.819999999999993</c:v>
                </c:pt>
                <c:pt idx="1085">
                  <c:v>646.69000000000005</c:v>
                </c:pt>
                <c:pt idx="1086">
                  <c:v>513.41999999999996</c:v>
                </c:pt>
                <c:pt idx="1087">
                  <c:v>693.07</c:v>
                </c:pt>
                <c:pt idx="1088">
                  <c:v>491.43</c:v>
                </c:pt>
                <c:pt idx="1089">
                  <c:v>599.74</c:v>
                </c:pt>
                <c:pt idx="1090">
                  <c:v>650.25</c:v>
                </c:pt>
                <c:pt idx="1091">
                  <c:v>209.48</c:v>
                </c:pt>
                <c:pt idx="1092">
                  <c:v>209.2</c:v>
                </c:pt>
                <c:pt idx="1093">
                  <c:v>197.36</c:v>
                </c:pt>
                <c:pt idx="1094">
                  <c:v>648.91</c:v>
                </c:pt>
                <c:pt idx="1095">
                  <c:v>441.54</c:v>
                </c:pt>
                <c:pt idx="1096">
                  <c:v>464.92</c:v>
                </c:pt>
                <c:pt idx="1097">
                  <c:v>506.45</c:v>
                </c:pt>
                <c:pt idx="1098">
                  <c:v>255.86</c:v>
                </c:pt>
                <c:pt idx="1099">
                  <c:v>125.23</c:v>
                </c:pt>
                <c:pt idx="1100">
                  <c:v>38.11</c:v>
                </c:pt>
                <c:pt idx="1101">
                  <c:v>161.97</c:v>
                </c:pt>
                <c:pt idx="1102">
                  <c:v>347.17</c:v>
                </c:pt>
                <c:pt idx="1103">
                  <c:v>276.32</c:v>
                </c:pt>
                <c:pt idx="1104">
                  <c:v>314.76</c:v>
                </c:pt>
                <c:pt idx="1105">
                  <c:v>475.69</c:v>
                </c:pt>
                <c:pt idx="1106">
                  <c:v>372.8</c:v>
                </c:pt>
                <c:pt idx="1107">
                  <c:v>63.21</c:v>
                </c:pt>
                <c:pt idx="1108">
                  <c:v>634.94000000000005</c:v>
                </c:pt>
                <c:pt idx="1109">
                  <c:v>77.47</c:v>
                </c:pt>
                <c:pt idx="1110">
                  <c:v>84.31</c:v>
                </c:pt>
                <c:pt idx="1111">
                  <c:v>234.45</c:v>
                </c:pt>
                <c:pt idx="1112">
                  <c:v>356.81</c:v>
                </c:pt>
                <c:pt idx="1113">
                  <c:v>209.99</c:v>
                </c:pt>
                <c:pt idx="1114">
                  <c:v>659.88</c:v>
                </c:pt>
                <c:pt idx="1115">
                  <c:v>336.32</c:v>
                </c:pt>
                <c:pt idx="1116">
                  <c:v>531.49</c:v>
                </c:pt>
                <c:pt idx="1117">
                  <c:v>588.44000000000005</c:v>
                </c:pt>
                <c:pt idx="1118">
                  <c:v>251.48</c:v>
                </c:pt>
                <c:pt idx="1119">
                  <c:v>684.65</c:v>
                </c:pt>
                <c:pt idx="1120">
                  <c:v>195.86</c:v>
                </c:pt>
                <c:pt idx="1121">
                  <c:v>50.34</c:v>
                </c:pt>
                <c:pt idx="1122">
                  <c:v>678.19</c:v>
                </c:pt>
                <c:pt idx="1123">
                  <c:v>554.25</c:v>
                </c:pt>
                <c:pt idx="1124">
                  <c:v>576.87</c:v>
                </c:pt>
                <c:pt idx="1125">
                  <c:v>408.36</c:v>
                </c:pt>
                <c:pt idx="1126">
                  <c:v>190.11</c:v>
                </c:pt>
                <c:pt idx="1127">
                  <c:v>602.75</c:v>
                </c:pt>
                <c:pt idx="1128">
                  <c:v>646.79</c:v>
                </c:pt>
                <c:pt idx="1129">
                  <c:v>418.71</c:v>
                </c:pt>
                <c:pt idx="1130">
                  <c:v>323.45</c:v>
                </c:pt>
                <c:pt idx="1131">
                  <c:v>694.5</c:v>
                </c:pt>
                <c:pt idx="1132">
                  <c:v>337.32</c:v>
                </c:pt>
                <c:pt idx="1133">
                  <c:v>467.91</c:v>
                </c:pt>
                <c:pt idx="1134">
                  <c:v>38.28</c:v>
                </c:pt>
                <c:pt idx="1135">
                  <c:v>73.41</c:v>
                </c:pt>
                <c:pt idx="1136">
                  <c:v>668.33</c:v>
                </c:pt>
                <c:pt idx="1137">
                  <c:v>410.21</c:v>
                </c:pt>
                <c:pt idx="1138">
                  <c:v>294.41000000000003</c:v>
                </c:pt>
                <c:pt idx="1139">
                  <c:v>501.82</c:v>
                </c:pt>
                <c:pt idx="1140">
                  <c:v>552.83000000000004</c:v>
                </c:pt>
                <c:pt idx="1141">
                  <c:v>498.66</c:v>
                </c:pt>
                <c:pt idx="1142">
                  <c:v>695.1</c:v>
                </c:pt>
                <c:pt idx="1143">
                  <c:v>381.61</c:v>
                </c:pt>
                <c:pt idx="1144">
                  <c:v>507.94</c:v>
                </c:pt>
                <c:pt idx="1145">
                  <c:v>571.53</c:v>
                </c:pt>
                <c:pt idx="1146">
                  <c:v>421.44</c:v>
                </c:pt>
                <c:pt idx="1147">
                  <c:v>588.29999999999995</c:v>
                </c:pt>
                <c:pt idx="1148">
                  <c:v>355.15</c:v>
                </c:pt>
                <c:pt idx="1149">
                  <c:v>695.29</c:v>
                </c:pt>
                <c:pt idx="1150">
                  <c:v>302.64999999999998</c:v>
                </c:pt>
                <c:pt idx="1151">
                  <c:v>608.04</c:v>
                </c:pt>
                <c:pt idx="1152">
                  <c:v>344.18</c:v>
                </c:pt>
                <c:pt idx="1153">
                  <c:v>696.71</c:v>
                </c:pt>
                <c:pt idx="1154">
                  <c:v>198.63</c:v>
                </c:pt>
                <c:pt idx="1155">
                  <c:v>534.57000000000005</c:v>
                </c:pt>
                <c:pt idx="1156">
                  <c:v>690.78</c:v>
                </c:pt>
                <c:pt idx="1157">
                  <c:v>301.55</c:v>
                </c:pt>
                <c:pt idx="1158">
                  <c:v>27.42</c:v>
                </c:pt>
                <c:pt idx="1159">
                  <c:v>466.7</c:v>
                </c:pt>
                <c:pt idx="1160">
                  <c:v>541.64</c:v>
                </c:pt>
                <c:pt idx="1161">
                  <c:v>11.39</c:v>
                </c:pt>
                <c:pt idx="1162">
                  <c:v>224.37</c:v>
                </c:pt>
                <c:pt idx="1163">
                  <c:v>306.29000000000002</c:v>
                </c:pt>
                <c:pt idx="1164">
                  <c:v>315.57</c:v>
                </c:pt>
                <c:pt idx="1165">
                  <c:v>223.79</c:v>
                </c:pt>
                <c:pt idx="1166">
                  <c:v>324.47000000000003</c:v>
                </c:pt>
                <c:pt idx="1167">
                  <c:v>92.87</c:v>
                </c:pt>
                <c:pt idx="1168">
                  <c:v>331.42</c:v>
                </c:pt>
                <c:pt idx="1169">
                  <c:v>525.42999999999995</c:v>
                </c:pt>
                <c:pt idx="1170">
                  <c:v>697.19</c:v>
                </c:pt>
                <c:pt idx="1171">
                  <c:v>518.4</c:v>
                </c:pt>
                <c:pt idx="1172">
                  <c:v>131.96</c:v>
                </c:pt>
                <c:pt idx="1173">
                  <c:v>208.36</c:v>
                </c:pt>
                <c:pt idx="1174">
                  <c:v>222.34</c:v>
                </c:pt>
                <c:pt idx="1175">
                  <c:v>91.74</c:v>
                </c:pt>
                <c:pt idx="1176">
                  <c:v>213.83</c:v>
                </c:pt>
                <c:pt idx="1177">
                  <c:v>127.55</c:v>
                </c:pt>
                <c:pt idx="1178">
                  <c:v>70.239999999999995</c:v>
                </c:pt>
                <c:pt idx="1179">
                  <c:v>518.54999999999995</c:v>
                </c:pt>
                <c:pt idx="1180">
                  <c:v>298.36</c:v>
                </c:pt>
                <c:pt idx="1181">
                  <c:v>158.74</c:v>
                </c:pt>
                <c:pt idx="1182">
                  <c:v>420.29</c:v>
                </c:pt>
                <c:pt idx="1183">
                  <c:v>281.52</c:v>
                </c:pt>
                <c:pt idx="1184">
                  <c:v>204.08</c:v>
                </c:pt>
                <c:pt idx="1185">
                  <c:v>343.31</c:v>
                </c:pt>
                <c:pt idx="1186">
                  <c:v>163.32</c:v>
                </c:pt>
                <c:pt idx="1187">
                  <c:v>184.6</c:v>
                </c:pt>
                <c:pt idx="1188">
                  <c:v>371.29</c:v>
                </c:pt>
                <c:pt idx="1189">
                  <c:v>389.22</c:v>
                </c:pt>
                <c:pt idx="1190">
                  <c:v>616.39</c:v>
                </c:pt>
                <c:pt idx="1191">
                  <c:v>376.43</c:v>
                </c:pt>
                <c:pt idx="1192">
                  <c:v>432.85</c:v>
                </c:pt>
                <c:pt idx="1193">
                  <c:v>687.89</c:v>
                </c:pt>
                <c:pt idx="1194">
                  <c:v>189.44</c:v>
                </c:pt>
                <c:pt idx="1195">
                  <c:v>107.04</c:v>
                </c:pt>
                <c:pt idx="1196">
                  <c:v>662.53</c:v>
                </c:pt>
                <c:pt idx="1197">
                  <c:v>436.84</c:v>
                </c:pt>
                <c:pt idx="1198">
                  <c:v>262.52</c:v>
                </c:pt>
                <c:pt idx="1199">
                  <c:v>560.58000000000004</c:v>
                </c:pt>
              </c:numCache>
            </c:numRef>
          </c:xVal>
          <c:yVal>
            <c:numRef>
              <c:f>Data_Cleaned!$O$2:$O$1201</c:f>
              <c:numCache>
                <c:formatCode>General</c:formatCode>
                <c:ptCount val="1200"/>
                <c:pt idx="0">
                  <c:v>2853.1</c:v>
                </c:pt>
                <c:pt idx="1">
                  <c:v>302.7</c:v>
                </c:pt>
                <c:pt idx="2">
                  <c:v>2753.4</c:v>
                </c:pt>
                <c:pt idx="3">
                  <c:v>273.19</c:v>
                </c:pt>
                <c:pt idx="4">
                  <c:v>2504.04</c:v>
                </c:pt>
                <c:pt idx="5">
                  <c:v>491.72</c:v>
                </c:pt>
                <c:pt idx="6">
                  <c:v>664.42</c:v>
                </c:pt>
                <c:pt idx="7">
                  <c:v>747.75</c:v>
                </c:pt>
                <c:pt idx="8">
                  <c:v>268.56</c:v>
                </c:pt>
                <c:pt idx="9">
                  <c:v>2037.52</c:v>
                </c:pt>
                <c:pt idx="10">
                  <c:v>3129.85</c:v>
                </c:pt>
                <c:pt idx="11">
                  <c:v>147.41999999999999</c:v>
                </c:pt>
                <c:pt idx="12">
                  <c:v>361</c:v>
                </c:pt>
                <c:pt idx="13">
                  <c:v>604.47</c:v>
                </c:pt>
                <c:pt idx="14">
                  <c:v>786.66</c:v>
                </c:pt>
                <c:pt idx="15">
                  <c:v>473.96</c:v>
                </c:pt>
                <c:pt idx="16">
                  <c:v>1067.6199999999999</c:v>
                </c:pt>
                <c:pt idx="17">
                  <c:v>423.4</c:v>
                </c:pt>
                <c:pt idx="18">
                  <c:v>431.44</c:v>
                </c:pt>
                <c:pt idx="19">
                  <c:v>1120</c:v>
                </c:pt>
                <c:pt idx="20">
                  <c:v>312.55</c:v>
                </c:pt>
                <c:pt idx="21">
                  <c:v>1371.8</c:v>
                </c:pt>
                <c:pt idx="22">
                  <c:v>99.24</c:v>
                </c:pt>
                <c:pt idx="23">
                  <c:v>1093</c:v>
                </c:pt>
                <c:pt idx="24">
                  <c:v>461.9</c:v>
                </c:pt>
                <c:pt idx="25">
                  <c:v>399.98</c:v>
                </c:pt>
                <c:pt idx="26">
                  <c:v>297.75</c:v>
                </c:pt>
                <c:pt idx="27">
                  <c:v>472.74</c:v>
                </c:pt>
                <c:pt idx="28">
                  <c:v>640.28</c:v>
                </c:pt>
                <c:pt idx="29">
                  <c:v>1270.5899999999999</c:v>
                </c:pt>
                <c:pt idx="30">
                  <c:v>853.4</c:v>
                </c:pt>
                <c:pt idx="31">
                  <c:v>1500.24</c:v>
                </c:pt>
                <c:pt idx="32">
                  <c:v>2683.6</c:v>
                </c:pt>
                <c:pt idx="33">
                  <c:v>162.77000000000001</c:v>
                </c:pt>
                <c:pt idx="34">
                  <c:v>2306.08</c:v>
                </c:pt>
                <c:pt idx="35">
                  <c:v>930.3</c:v>
                </c:pt>
                <c:pt idx="36">
                  <c:v>1068.8599999999999</c:v>
                </c:pt>
                <c:pt idx="37">
                  <c:v>153.47999999999999</c:v>
                </c:pt>
                <c:pt idx="38">
                  <c:v>245.89</c:v>
                </c:pt>
                <c:pt idx="39">
                  <c:v>769.37999999999988</c:v>
                </c:pt>
                <c:pt idx="40">
                  <c:v>688.04</c:v>
                </c:pt>
                <c:pt idx="41">
                  <c:v>1834.35</c:v>
                </c:pt>
                <c:pt idx="42">
                  <c:v>303.32</c:v>
                </c:pt>
                <c:pt idx="43">
                  <c:v>1497.63</c:v>
                </c:pt>
                <c:pt idx="44">
                  <c:v>1100.3599999999999</c:v>
                </c:pt>
                <c:pt idx="45">
                  <c:v>317.25</c:v>
                </c:pt>
                <c:pt idx="46">
                  <c:v>2200.56</c:v>
                </c:pt>
                <c:pt idx="47">
                  <c:v>419.88</c:v>
                </c:pt>
                <c:pt idx="48">
                  <c:v>161.54</c:v>
                </c:pt>
                <c:pt idx="49">
                  <c:v>30.44</c:v>
                </c:pt>
                <c:pt idx="50">
                  <c:v>179.22</c:v>
                </c:pt>
                <c:pt idx="51">
                  <c:v>388.33</c:v>
                </c:pt>
                <c:pt idx="52">
                  <c:v>586.44000000000005</c:v>
                </c:pt>
                <c:pt idx="53">
                  <c:v>1955.12</c:v>
                </c:pt>
                <c:pt idx="54">
                  <c:v>280.25</c:v>
                </c:pt>
                <c:pt idx="55">
                  <c:v>1033.2</c:v>
                </c:pt>
                <c:pt idx="56">
                  <c:v>1437.63</c:v>
                </c:pt>
                <c:pt idx="57">
                  <c:v>1571.35</c:v>
                </c:pt>
                <c:pt idx="58">
                  <c:v>1898.76</c:v>
                </c:pt>
                <c:pt idx="59">
                  <c:v>2373.08</c:v>
                </c:pt>
                <c:pt idx="60">
                  <c:v>417.1</c:v>
                </c:pt>
                <c:pt idx="61">
                  <c:v>488.8</c:v>
                </c:pt>
                <c:pt idx="62">
                  <c:v>86.3</c:v>
                </c:pt>
                <c:pt idx="63">
                  <c:v>564.86</c:v>
                </c:pt>
                <c:pt idx="64">
                  <c:v>391.83</c:v>
                </c:pt>
                <c:pt idx="65">
                  <c:v>408.5</c:v>
                </c:pt>
                <c:pt idx="66">
                  <c:v>635.90000000000009</c:v>
                </c:pt>
                <c:pt idx="67">
                  <c:v>48.4</c:v>
                </c:pt>
                <c:pt idx="68">
                  <c:v>1472.76</c:v>
                </c:pt>
                <c:pt idx="69">
                  <c:v>1435.95</c:v>
                </c:pt>
                <c:pt idx="70">
                  <c:v>629.21</c:v>
                </c:pt>
                <c:pt idx="71">
                  <c:v>1303.3499999999999</c:v>
                </c:pt>
                <c:pt idx="72">
                  <c:v>2357.7600000000002</c:v>
                </c:pt>
                <c:pt idx="73">
                  <c:v>1733.8</c:v>
                </c:pt>
                <c:pt idx="74">
                  <c:v>454.35</c:v>
                </c:pt>
                <c:pt idx="75">
                  <c:v>1194.51</c:v>
                </c:pt>
                <c:pt idx="76">
                  <c:v>1531.52</c:v>
                </c:pt>
                <c:pt idx="77">
                  <c:v>583.17999999999995</c:v>
                </c:pt>
                <c:pt idx="78">
                  <c:v>701.44</c:v>
                </c:pt>
                <c:pt idx="79">
                  <c:v>623.82000000000005</c:v>
                </c:pt>
                <c:pt idx="80">
                  <c:v>1768.68</c:v>
                </c:pt>
                <c:pt idx="81">
                  <c:v>788.6</c:v>
                </c:pt>
                <c:pt idx="82">
                  <c:v>2260.8000000000002</c:v>
                </c:pt>
                <c:pt idx="83">
                  <c:v>2161.64</c:v>
                </c:pt>
                <c:pt idx="84">
                  <c:v>330.98</c:v>
                </c:pt>
                <c:pt idx="85">
                  <c:v>440.18999999999988</c:v>
                </c:pt>
                <c:pt idx="86">
                  <c:v>3215.15</c:v>
                </c:pt>
                <c:pt idx="87">
                  <c:v>675.33</c:v>
                </c:pt>
                <c:pt idx="88">
                  <c:v>344.43</c:v>
                </c:pt>
                <c:pt idx="89">
                  <c:v>2276.65</c:v>
                </c:pt>
                <c:pt idx="90">
                  <c:v>728.32</c:v>
                </c:pt>
                <c:pt idx="91">
                  <c:v>2463.75</c:v>
                </c:pt>
                <c:pt idx="92">
                  <c:v>194.44</c:v>
                </c:pt>
                <c:pt idx="93">
                  <c:v>1724.04</c:v>
                </c:pt>
                <c:pt idx="94">
                  <c:v>531.17999999999995</c:v>
                </c:pt>
                <c:pt idx="95">
                  <c:v>470.04</c:v>
                </c:pt>
                <c:pt idx="96">
                  <c:v>465.66</c:v>
                </c:pt>
                <c:pt idx="97">
                  <c:v>3097.6</c:v>
                </c:pt>
                <c:pt idx="98">
                  <c:v>457.08</c:v>
                </c:pt>
                <c:pt idx="99">
                  <c:v>201.58</c:v>
                </c:pt>
                <c:pt idx="100">
                  <c:v>1994.37</c:v>
                </c:pt>
                <c:pt idx="101">
                  <c:v>381.02</c:v>
                </c:pt>
                <c:pt idx="102">
                  <c:v>140.68</c:v>
                </c:pt>
                <c:pt idx="103">
                  <c:v>873.72</c:v>
                </c:pt>
                <c:pt idx="104">
                  <c:v>582.04</c:v>
                </c:pt>
                <c:pt idx="105">
                  <c:v>556.20000000000005</c:v>
                </c:pt>
                <c:pt idx="106">
                  <c:v>1395.15</c:v>
                </c:pt>
                <c:pt idx="107">
                  <c:v>3353.75</c:v>
                </c:pt>
                <c:pt idx="108">
                  <c:v>241.9</c:v>
                </c:pt>
                <c:pt idx="109">
                  <c:v>1778.61</c:v>
                </c:pt>
                <c:pt idx="110">
                  <c:v>220.77</c:v>
                </c:pt>
                <c:pt idx="111">
                  <c:v>927.66000000000008</c:v>
                </c:pt>
                <c:pt idx="112">
                  <c:v>410.6</c:v>
                </c:pt>
                <c:pt idx="113">
                  <c:v>950.40000000000009</c:v>
                </c:pt>
                <c:pt idx="114">
                  <c:v>2492.4</c:v>
                </c:pt>
                <c:pt idx="115">
                  <c:v>1874.95</c:v>
                </c:pt>
                <c:pt idx="116">
                  <c:v>1165.4000000000001</c:v>
                </c:pt>
                <c:pt idx="117">
                  <c:v>535.5</c:v>
                </c:pt>
                <c:pt idx="118">
                  <c:v>2513.5500000000002</c:v>
                </c:pt>
                <c:pt idx="119">
                  <c:v>1069.3399999999999</c:v>
                </c:pt>
                <c:pt idx="120">
                  <c:v>2517.36</c:v>
                </c:pt>
                <c:pt idx="121">
                  <c:v>410.78</c:v>
                </c:pt>
                <c:pt idx="122">
                  <c:v>1066.04</c:v>
                </c:pt>
                <c:pt idx="123">
                  <c:v>834.12000000000012</c:v>
                </c:pt>
                <c:pt idx="124">
                  <c:v>1135.1600000000001</c:v>
                </c:pt>
                <c:pt idx="125">
                  <c:v>1025.3</c:v>
                </c:pt>
                <c:pt idx="126">
                  <c:v>1102</c:v>
                </c:pt>
                <c:pt idx="127">
                  <c:v>1407.96</c:v>
                </c:pt>
                <c:pt idx="128">
                  <c:v>84.28</c:v>
                </c:pt>
                <c:pt idx="129">
                  <c:v>1055.72</c:v>
                </c:pt>
                <c:pt idx="130">
                  <c:v>1503.9</c:v>
                </c:pt>
                <c:pt idx="131">
                  <c:v>84.8</c:v>
                </c:pt>
                <c:pt idx="132">
                  <c:v>1803</c:v>
                </c:pt>
                <c:pt idx="133">
                  <c:v>1208.2</c:v>
                </c:pt>
                <c:pt idx="134">
                  <c:v>399.4</c:v>
                </c:pt>
                <c:pt idx="135">
                  <c:v>137.62</c:v>
                </c:pt>
                <c:pt idx="136">
                  <c:v>44.35</c:v>
                </c:pt>
                <c:pt idx="137">
                  <c:v>501.96</c:v>
                </c:pt>
                <c:pt idx="138">
                  <c:v>298.06</c:v>
                </c:pt>
                <c:pt idx="139">
                  <c:v>583.9</c:v>
                </c:pt>
                <c:pt idx="140">
                  <c:v>1584.42</c:v>
                </c:pt>
                <c:pt idx="141">
                  <c:v>2052.42</c:v>
                </c:pt>
                <c:pt idx="142">
                  <c:v>1363.85</c:v>
                </c:pt>
                <c:pt idx="143">
                  <c:v>1600.28</c:v>
                </c:pt>
                <c:pt idx="144">
                  <c:v>1098.9000000000001</c:v>
                </c:pt>
                <c:pt idx="145">
                  <c:v>440.73</c:v>
                </c:pt>
                <c:pt idx="146">
                  <c:v>822.98</c:v>
                </c:pt>
                <c:pt idx="147">
                  <c:v>930.36</c:v>
                </c:pt>
                <c:pt idx="148">
                  <c:v>639.82000000000005</c:v>
                </c:pt>
                <c:pt idx="149">
                  <c:v>217.56</c:v>
                </c:pt>
                <c:pt idx="150">
                  <c:v>211.14</c:v>
                </c:pt>
                <c:pt idx="151">
                  <c:v>2223.8000000000002</c:v>
                </c:pt>
                <c:pt idx="152">
                  <c:v>798.08</c:v>
                </c:pt>
                <c:pt idx="153">
                  <c:v>2137.92</c:v>
                </c:pt>
                <c:pt idx="154">
                  <c:v>1632.84</c:v>
                </c:pt>
                <c:pt idx="155">
                  <c:v>424.4</c:v>
                </c:pt>
                <c:pt idx="156">
                  <c:v>539.66</c:v>
                </c:pt>
                <c:pt idx="157">
                  <c:v>1129.1600000000001</c:v>
                </c:pt>
                <c:pt idx="158">
                  <c:v>331.06</c:v>
                </c:pt>
                <c:pt idx="159">
                  <c:v>299.35000000000002</c:v>
                </c:pt>
                <c:pt idx="160">
                  <c:v>405.28</c:v>
                </c:pt>
                <c:pt idx="161">
                  <c:v>211.14</c:v>
                </c:pt>
                <c:pt idx="162">
                  <c:v>197.58</c:v>
                </c:pt>
                <c:pt idx="163">
                  <c:v>641.39</c:v>
                </c:pt>
                <c:pt idx="164">
                  <c:v>2682.9</c:v>
                </c:pt>
                <c:pt idx="165">
                  <c:v>1000.58</c:v>
                </c:pt>
                <c:pt idx="166">
                  <c:v>258.87</c:v>
                </c:pt>
                <c:pt idx="167">
                  <c:v>768.28</c:v>
                </c:pt>
                <c:pt idx="168">
                  <c:v>594.96</c:v>
                </c:pt>
                <c:pt idx="169">
                  <c:v>427.82</c:v>
                </c:pt>
                <c:pt idx="170">
                  <c:v>2651.76</c:v>
                </c:pt>
                <c:pt idx="171">
                  <c:v>296.44</c:v>
                </c:pt>
                <c:pt idx="172">
                  <c:v>254.12</c:v>
                </c:pt>
                <c:pt idx="173">
                  <c:v>1993.38</c:v>
                </c:pt>
                <c:pt idx="174">
                  <c:v>2403.2399999999998</c:v>
                </c:pt>
                <c:pt idx="175">
                  <c:v>341.7</c:v>
                </c:pt>
                <c:pt idx="176">
                  <c:v>1723.32</c:v>
                </c:pt>
                <c:pt idx="177">
                  <c:v>2158.4499999999998</c:v>
                </c:pt>
                <c:pt idx="178">
                  <c:v>2048.2399999999998</c:v>
                </c:pt>
                <c:pt idx="179">
                  <c:v>1619.73</c:v>
                </c:pt>
                <c:pt idx="180">
                  <c:v>1580.35</c:v>
                </c:pt>
                <c:pt idx="181">
                  <c:v>2021.95</c:v>
                </c:pt>
                <c:pt idx="182">
                  <c:v>600.54</c:v>
                </c:pt>
                <c:pt idx="183">
                  <c:v>931.4</c:v>
                </c:pt>
                <c:pt idx="184">
                  <c:v>858.16</c:v>
                </c:pt>
                <c:pt idx="185">
                  <c:v>210.7</c:v>
                </c:pt>
                <c:pt idx="186">
                  <c:v>267.10000000000002</c:v>
                </c:pt>
                <c:pt idx="187">
                  <c:v>590.87</c:v>
                </c:pt>
                <c:pt idx="188">
                  <c:v>727.82</c:v>
                </c:pt>
                <c:pt idx="189">
                  <c:v>2147.25</c:v>
                </c:pt>
                <c:pt idx="190">
                  <c:v>671.09999999999991</c:v>
                </c:pt>
                <c:pt idx="191">
                  <c:v>977.74</c:v>
                </c:pt>
                <c:pt idx="192">
                  <c:v>645.46</c:v>
                </c:pt>
                <c:pt idx="193">
                  <c:v>46.66</c:v>
                </c:pt>
                <c:pt idx="194">
                  <c:v>249.57</c:v>
                </c:pt>
                <c:pt idx="195">
                  <c:v>1857.63</c:v>
                </c:pt>
                <c:pt idx="196">
                  <c:v>868.52</c:v>
                </c:pt>
                <c:pt idx="197">
                  <c:v>1107.55</c:v>
                </c:pt>
                <c:pt idx="198">
                  <c:v>1361.2</c:v>
                </c:pt>
                <c:pt idx="199">
                  <c:v>625</c:v>
                </c:pt>
                <c:pt idx="200">
                  <c:v>2166.3000000000002</c:v>
                </c:pt>
                <c:pt idx="201">
                  <c:v>1349.8</c:v>
                </c:pt>
                <c:pt idx="202">
                  <c:v>761.93999999999994</c:v>
                </c:pt>
                <c:pt idx="203">
                  <c:v>1070.52</c:v>
                </c:pt>
                <c:pt idx="204">
                  <c:v>1654.84</c:v>
                </c:pt>
                <c:pt idx="205">
                  <c:v>442.17</c:v>
                </c:pt>
                <c:pt idx="206">
                  <c:v>916.4</c:v>
                </c:pt>
                <c:pt idx="207">
                  <c:v>121.96</c:v>
                </c:pt>
                <c:pt idx="208">
                  <c:v>816.64</c:v>
                </c:pt>
                <c:pt idx="209">
                  <c:v>939.85</c:v>
                </c:pt>
                <c:pt idx="210">
                  <c:v>1075.44</c:v>
                </c:pt>
                <c:pt idx="211">
                  <c:v>580.74</c:v>
                </c:pt>
                <c:pt idx="212">
                  <c:v>265.38</c:v>
                </c:pt>
                <c:pt idx="213">
                  <c:v>634.4</c:v>
                </c:pt>
                <c:pt idx="214">
                  <c:v>1222.8800000000001</c:v>
                </c:pt>
                <c:pt idx="215">
                  <c:v>303.60000000000002</c:v>
                </c:pt>
                <c:pt idx="216">
                  <c:v>1984</c:v>
                </c:pt>
                <c:pt idx="217">
                  <c:v>1286.04</c:v>
                </c:pt>
                <c:pt idx="218">
                  <c:v>337.38</c:v>
                </c:pt>
                <c:pt idx="219">
                  <c:v>309.85000000000002</c:v>
                </c:pt>
                <c:pt idx="220">
                  <c:v>746.34</c:v>
                </c:pt>
                <c:pt idx="221">
                  <c:v>3196.85</c:v>
                </c:pt>
                <c:pt idx="222">
                  <c:v>2773.44</c:v>
                </c:pt>
                <c:pt idx="223">
                  <c:v>2771.64</c:v>
                </c:pt>
                <c:pt idx="224">
                  <c:v>365.84</c:v>
                </c:pt>
                <c:pt idx="225">
                  <c:v>821.87999999999988</c:v>
                </c:pt>
                <c:pt idx="226">
                  <c:v>1764.15</c:v>
                </c:pt>
                <c:pt idx="227">
                  <c:v>730.34</c:v>
                </c:pt>
                <c:pt idx="228">
                  <c:v>1543.68</c:v>
                </c:pt>
                <c:pt idx="229">
                  <c:v>562.61</c:v>
                </c:pt>
                <c:pt idx="230">
                  <c:v>247.64</c:v>
                </c:pt>
                <c:pt idx="231">
                  <c:v>167.6</c:v>
                </c:pt>
                <c:pt idx="232">
                  <c:v>1777.76</c:v>
                </c:pt>
                <c:pt idx="233">
                  <c:v>933.99</c:v>
                </c:pt>
                <c:pt idx="234">
                  <c:v>945.64</c:v>
                </c:pt>
                <c:pt idx="235">
                  <c:v>65.45</c:v>
                </c:pt>
                <c:pt idx="236">
                  <c:v>318.81</c:v>
                </c:pt>
                <c:pt idx="237">
                  <c:v>1751.16</c:v>
                </c:pt>
                <c:pt idx="238">
                  <c:v>1537.28</c:v>
                </c:pt>
                <c:pt idx="239">
                  <c:v>1616.22</c:v>
                </c:pt>
                <c:pt idx="240">
                  <c:v>17.239999999999998</c:v>
                </c:pt>
                <c:pt idx="241">
                  <c:v>3078.35</c:v>
                </c:pt>
                <c:pt idx="242">
                  <c:v>438.2</c:v>
                </c:pt>
                <c:pt idx="243">
                  <c:v>289.32</c:v>
                </c:pt>
                <c:pt idx="244">
                  <c:v>635.54</c:v>
                </c:pt>
                <c:pt idx="245">
                  <c:v>223.3</c:v>
                </c:pt>
                <c:pt idx="246">
                  <c:v>684.22</c:v>
                </c:pt>
                <c:pt idx="247">
                  <c:v>441.8</c:v>
                </c:pt>
                <c:pt idx="248">
                  <c:v>670.54</c:v>
                </c:pt>
                <c:pt idx="249">
                  <c:v>546.19000000000005</c:v>
                </c:pt>
                <c:pt idx="250">
                  <c:v>128.85</c:v>
                </c:pt>
                <c:pt idx="251">
                  <c:v>58.76</c:v>
                </c:pt>
                <c:pt idx="252">
                  <c:v>2673.44</c:v>
                </c:pt>
                <c:pt idx="253">
                  <c:v>1654.96</c:v>
                </c:pt>
                <c:pt idx="254">
                  <c:v>789.56999999999994</c:v>
                </c:pt>
                <c:pt idx="255">
                  <c:v>263.95999999999998</c:v>
                </c:pt>
                <c:pt idx="256">
                  <c:v>379.05</c:v>
                </c:pt>
                <c:pt idx="257">
                  <c:v>406.22</c:v>
                </c:pt>
                <c:pt idx="258">
                  <c:v>206.82</c:v>
                </c:pt>
                <c:pt idx="259">
                  <c:v>1740.48</c:v>
                </c:pt>
                <c:pt idx="260">
                  <c:v>815.58</c:v>
                </c:pt>
                <c:pt idx="261">
                  <c:v>868.25</c:v>
                </c:pt>
                <c:pt idx="262">
                  <c:v>996.28</c:v>
                </c:pt>
                <c:pt idx="263">
                  <c:v>1739.4</c:v>
                </c:pt>
                <c:pt idx="264">
                  <c:v>436.77</c:v>
                </c:pt>
                <c:pt idx="265">
                  <c:v>572.13</c:v>
                </c:pt>
                <c:pt idx="266">
                  <c:v>2332.2800000000002</c:v>
                </c:pt>
                <c:pt idx="267">
                  <c:v>2342.5500000000002</c:v>
                </c:pt>
                <c:pt idx="268">
                  <c:v>847.76</c:v>
                </c:pt>
                <c:pt idx="269">
                  <c:v>2654.68</c:v>
                </c:pt>
                <c:pt idx="270">
                  <c:v>1239.6400000000001</c:v>
                </c:pt>
                <c:pt idx="271">
                  <c:v>542.07000000000005</c:v>
                </c:pt>
                <c:pt idx="272">
                  <c:v>798.64</c:v>
                </c:pt>
                <c:pt idx="273">
                  <c:v>476.5</c:v>
                </c:pt>
                <c:pt idx="274">
                  <c:v>364.8</c:v>
                </c:pt>
                <c:pt idx="275">
                  <c:v>130.13999999999999</c:v>
                </c:pt>
                <c:pt idx="276">
                  <c:v>1201.1400000000001</c:v>
                </c:pt>
                <c:pt idx="277">
                  <c:v>454.6</c:v>
                </c:pt>
                <c:pt idx="278">
                  <c:v>1812.3</c:v>
                </c:pt>
                <c:pt idx="279">
                  <c:v>165.03</c:v>
                </c:pt>
                <c:pt idx="280">
                  <c:v>1213.8599999999999</c:v>
                </c:pt>
                <c:pt idx="281">
                  <c:v>2619.16</c:v>
                </c:pt>
                <c:pt idx="282">
                  <c:v>2551.16</c:v>
                </c:pt>
                <c:pt idx="283">
                  <c:v>2161.3200000000002</c:v>
                </c:pt>
                <c:pt idx="284">
                  <c:v>1040.8499999999999</c:v>
                </c:pt>
                <c:pt idx="285">
                  <c:v>338.31</c:v>
                </c:pt>
                <c:pt idx="286">
                  <c:v>418.35</c:v>
                </c:pt>
                <c:pt idx="287">
                  <c:v>2620.7199999999998</c:v>
                </c:pt>
                <c:pt idx="288">
                  <c:v>2051</c:v>
                </c:pt>
                <c:pt idx="289">
                  <c:v>641.96</c:v>
                </c:pt>
                <c:pt idx="290">
                  <c:v>299.7</c:v>
                </c:pt>
                <c:pt idx="291">
                  <c:v>690.02</c:v>
                </c:pt>
                <c:pt idx="292">
                  <c:v>65.95</c:v>
                </c:pt>
                <c:pt idx="293">
                  <c:v>1852.16</c:v>
                </c:pt>
                <c:pt idx="294">
                  <c:v>595.41999999999996</c:v>
                </c:pt>
                <c:pt idx="295">
                  <c:v>537.4</c:v>
                </c:pt>
                <c:pt idx="296">
                  <c:v>3194</c:v>
                </c:pt>
                <c:pt idx="297">
                  <c:v>987.76</c:v>
                </c:pt>
                <c:pt idx="298">
                  <c:v>1204.68</c:v>
                </c:pt>
                <c:pt idx="299">
                  <c:v>278.66000000000003</c:v>
                </c:pt>
                <c:pt idx="300">
                  <c:v>287.45999999999998</c:v>
                </c:pt>
                <c:pt idx="301">
                  <c:v>583.99</c:v>
                </c:pt>
                <c:pt idx="302">
                  <c:v>1406.22</c:v>
                </c:pt>
                <c:pt idx="303">
                  <c:v>30.54</c:v>
                </c:pt>
                <c:pt idx="304">
                  <c:v>2043.65</c:v>
                </c:pt>
                <c:pt idx="305">
                  <c:v>507.56</c:v>
                </c:pt>
                <c:pt idx="306">
                  <c:v>114.14</c:v>
                </c:pt>
                <c:pt idx="307">
                  <c:v>1672.23</c:v>
                </c:pt>
                <c:pt idx="308">
                  <c:v>1346.7</c:v>
                </c:pt>
                <c:pt idx="309">
                  <c:v>2199.04</c:v>
                </c:pt>
                <c:pt idx="310">
                  <c:v>397.43999999999988</c:v>
                </c:pt>
                <c:pt idx="311">
                  <c:v>2446.85</c:v>
                </c:pt>
                <c:pt idx="312">
                  <c:v>331.55</c:v>
                </c:pt>
                <c:pt idx="313">
                  <c:v>868.6</c:v>
                </c:pt>
                <c:pt idx="314">
                  <c:v>612.36</c:v>
                </c:pt>
                <c:pt idx="315">
                  <c:v>458.35</c:v>
                </c:pt>
                <c:pt idx="316">
                  <c:v>1101.1199999999999</c:v>
                </c:pt>
                <c:pt idx="317">
                  <c:v>279.89999999999998</c:v>
                </c:pt>
                <c:pt idx="318">
                  <c:v>446.16</c:v>
                </c:pt>
                <c:pt idx="319">
                  <c:v>1126.1199999999999</c:v>
                </c:pt>
                <c:pt idx="320">
                  <c:v>625.51</c:v>
                </c:pt>
                <c:pt idx="321">
                  <c:v>609.16</c:v>
                </c:pt>
                <c:pt idx="322">
                  <c:v>1159.0999999999999</c:v>
                </c:pt>
                <c:pt idx="323">
                  <c:v>150.16999999999999</c:v>
                </c:pt>
                <c:pt idx="324">
                  <c:v>212.79</c:v>
                </c:pt>
                <c:pt idx="325">
                  <c:v>1084.17</c:v>
                </c:pt>
                <c:pt idx="326">
                  <c:v>3352.4</c:v>
                </c:pt>
                <c:pt idx="327">
                  <c:v>359.99</c:v>
                </c:pt>
                <c:pt idx="328">
                  <c:v>3370.2</c:v>
                </c:pt>
                <c:pt idx="329">
                  <c:v>1132.6400000000001</c:v>
                </c:pt>
                <c:pt idx="330">
                  <c:v>1302.6500000000001</c:v>
                </c:pt>
                <c:pt idx="331">
                  <c:v>1266.3900000000001</c:v>
                </c:pt>
                <c:pt idx="332">
                  <c:v>625.1</c:v>
                </c:pt>
                <c:pt idx="333">
                  <c:v>198.51</c:v>
                </c:pt>
                <c:pt idx="334">
                  <c:v>899</c:v>
                </c:pt>
                <c:pt idx="335">
                  <c:v>617.58000000000004</c:v>
                </c:pt>
                <c:pt idx="336">
                  <c:v>18.2</c:v>
                </c:pt>
                <c:pt idx="337">
                  <c:v>1508.31</c:v>
                </c:pt>
                <c:pt idx="338">
                  <c:v>1527.45</c:v>
                </c:pt>
                <c:pt idx="339">
                  <c:v>472.66</c:v>
                </c:pt>
                <c:pt idx="340">
                  <c:v>2606.25</c:v>
                </c:pt>
                <c:pt idx="341">
                  <c:v>167.15</c:v>
                </c:pt>
                <c:pt idx="342">
                  <c:v>2332.1</c:v>
                </c:pt>
                <c:pt idx="343">
                  <c:v>527.57000000000005</c:v>
                </c:pt>
                <c:pt idx="344">
                  <c:v>1870.02</c:v>
                </c:pt>
                <c:pt idx="345">
                  <c:v>2506.3000000000002</c:v>
                </c:pt>
                <c:pt idx="346">
                  <c:v>655.09</c:v>
                </c:pt>
                <c:pt idx="347">
                  <c:v>1059.1600000000001</c:v>
                </c:pt>
                <c:pt idx="348">
                  <c:v>1079.19</c:v>
                </c:pt>
                <c:pt idx="349">
                  <c:v>465.33</c:v>
                </c:pt>
                <c:pt idx="350">
                  <c:v>108.82</c:v>
                </c:pt>
                <c:pt idx="351">
                  <c:v>64.66</c:v>
                </c:pt>
                <c:pt idx="352">
                  <c:v>869.80000000000007</c:v>
                </c:pt>
                <c:pt idx="353">
                  <c:v>630.82000000000005</c:v>
                </c:pt>
                <c:pt idx="354">
                  <c:v>693.41</c:v>
                </c:pt>
                <c:pt idx="355">
                  <c:v>1299.99</c:v>
                </c:pt>
                <c:pt idx="356">
                  <c:v>1872.9</c:v>
                </c:pt>
                <c:pt idx="357">
                  <c:v>2042.8</c:v>
                </c:pt>
                <c:pt idx="358">
                  <c:v>367.34</c:v>
                </c:pt>
                <c:pt idx="359">
                  <c:v>2426.2800000000002</c:v>
                </c:pt>
                <c:pt idx="360">
                  <c:v>2358.2800000000002</c:v>
                </c:pt>
                <c:pt idx="361">
                  <c:v>3299.25</c:v>
                </c:pt>
                <c:pt idx="362">
                  <c:v>827.36</c:v>
                </c:pt>
                <c:pt idx="363">
                  <c:v>569.35</c:v>
                </c:pt>
                <c:pt idx="364">
                  <c:v>3143.7</c:v>
                </c:pt>
                <c:pt idx="365">
                  <c:v>678.38</c:v>
                </c:pt>
                <c:pt idx="366">
                  <c:v>1806.72</c:v>
                </c:pt>
                <c:pt idx="367">
                  <c:v>3293.85</c:v>
                </c:pt>
                <c:pt idx="368">
                  <c:v>813.06</c:v>
                </c:pt>
                <c:pt idx="369">
                  <c:v>1876.25</c:v>
                </c:pt>
                <c:pt idx="370">
                  <c:v>312.11</c:v>
                </c:pt>
                <c:pt idx="371">
                  <c:v>1538.8</c:v>
                </c:pt>
                <c:pt idx="372">
                  <c:v>1450.59</c:v>
                </c:pt>
                <c:pt idx="373">
                  <c:v>1023.45</c:v>
                </c:pt>
                <c:pt idx="374">
                  <c:v>571.9</c:v>
                </c:pt>
                <c:pt idx="375">
                  <c:v>380.12</c:v>
                </c:pt>
                <c:pt idx="376">
                  <c:v>1006.1</c:v>
                </c:pt>
                <c:pt idx="377">
                  <c:v>260.26</c:v>
                </c:pt>
                <c:pt idx="378">
                  <c:v>322.5</c:v>
                </c:pt>
                <c:pt idx="379">
                  <c:v>893.01</c:v>
                </c:pt>
                <c:pt idx="380">
                  <c:v>1327.6</c:v>
                </c:pt>
                <c:pt idx="381">
                  <c:v>191.76</c:v>
                </c:pt>
                <c:pt idx="382">
                  <c:v>1052.3599999999999</c:v>
                </c:pt>
                <c:pt idx="383">
                  <c:v>1575.2</c:v>
                </c:pt>
                <c:pt idx="384">
                  <c:v>1660.71</c:v>
                </c:pt>
                <c:pt idx="385">
                  <c:v>958.15</c:v>
                </c:pt>
                <c:pt idx="386">
                  <c:v>93.02</c:v>
                </c:pt>
                <c:pt idx="387">
                  <c:v>79.06</c:v>
                </c:pt>
                <c:pt idx="388">
                  <c:v>1901.91</c:v>
                </c:pt>
                <c:pt idx="389">
                  <c:v>2790</c:v>
                </c:pt>
                <c:pt idx="390">
                  <c:v>2543.4499999999998</c:v>
                </c:pt>
                <c:pt idx="391">
                  <c:v>1054.92</c:v>
                </c:pt>
                <c:pt idx="392">
                  <c:v>627.20000000000005</c:v>
                </c:pt>
                <c:pt idx="393">
                  <c:v>75.010000000000005</c:v>
                </c:pt>
                <c:pt idx="394">
                  <c:v>2647.75</c:v>
                </c:pt>
                <c:pt idx="395">
                  <c:v>382.23</c:v>
                </c:pt>
                <c:pt idx="396">
                  <c:v>1435.65</c:v>
                </c:pt>
                <c:pt idx="397">
                  <c:v>427.06</c:v>
                </c:pt>
                <c:pt idx="398">
                  <c:v>269.64999999999998</c:v>
                </c:pt>
                <c:pt idx="399">
                  <c:v>2119.65</c:v>
                </c:pt>
                <c:pt idx="400">
                  <c:v>640.88</c:v>
                </c:pt>
                <c:pt idx="401">
                  <c:v>538.67999999999995</c:v>
                </c:pt>
                <c:pt idx="402">
                  <c:v>1686.9</c:v>
                </c:pt>
                <c:pt idx="403">
                  <c:v>620.21</c:v>
                </c:pt>
                <c:pt idx="404">
                  <c:v>198.2</c:v>
                </c:pt>
                <c:pt idx="405">
                  <c:v>1807.88</c:v>
                </c:pt>
                <c:pt idx="406">
                  <c:v>264.39999999999998</c:v>
                </c:pt>
                <c:pt idx="407">
                  <c:v>2189.2800000000002</c:v>
                </c:pt>
                <c:pt idx="408">
                  <c:v>1237.5899999999999</c:v>
                </c:pt>
                <c:pt idx="409">
                  <c:v>420.65</c:v>
                </c:pt>
                <c:pt idx="410">
                  <c:v>1036.46</c:v>
                </c:pt>
                <c:pt idx="411">
                  <c:v>79.02</c:v>
                </c:pt>
                <c:pt idx="412">
                  <c:v>665.05</c:v>
                </c:pt>
                <c:pt idx="413">
                  <c:v>118.8</c:v>
                </c:pt>
                <c:pt idx="414">
                  <c:v>279.14</c:v>
                </c:pt>
                <c:pt idx="415">
                  <c:v>184.15</c:v>
                </c:pt>
                <c:pt idx="416">
                  <c:v>1288.0999999999999</c:v>
                </c:pt>
                <c:pt idx="417">
                  <c:v>277.05</c:v>
                </c:pt>
                <c:pt idx="418">
                  <c:v>310.93</c:v>
                </c:pt>
                <c:pt idx="419">
                  <c:v>433.32</c:v>
                </c:pt>
                <c:pt idx="420">
                  <c:v>452.7</c:v>
                </c:pt>
                <c:pt idx="421">
                  <c:v>576.41999999999996</c:v>
                </c:pt>
                <c:pt idx="422">
                  <c:v>826.4</c:v>
                </c:pt>
                <c:pt idx="423">
                  <c:v>2740.8</c:v>
                </c:pt>
                <c:pt idx="424">
                  <c:v>114.7</c:v>
                </c:pt>
                <c:pt idx="425">
                  <c:v>603.76</c:v>
                </c:pt>
                <c:pt idx="426">
                  <c:v>287.25</c:v>
                </c:pt>
                <c:pt idx="427">
                  <c:v>161.24</c:v>
                </c:pt>
                <c:pt idx="428">
                  <c:v>1050.32</c:v>
                </c:pt>
                <c:pt idx="429">
                  <c:v>2060.7600000000002</c:v>
                </c:pt>
                <c:pt idx="430">
                  <c:v>450.07</c:v>
                </c:pt>
                <c:pt idx="431">
                  <c:v>52.54</c:v>
                </c:pt>
                <c:pt idx="432">
                  <c:v>848.64</c:v>
                </c:pt>
                <c:pt idx="433">
                  <c:v>1894.92</c:v>
                </c:pt>
                <c:pt idx="434">
                  <c:v>1638.4</c:v>
                </c:pt>
                <c:pt idx="435">
                  <c:v>414.47</c:v>
                </c:pt>
                <c:pt idx="436">
                  <c:v>885.32</c:v>
                </c:pt>
                <c:pt idx="437">
                  <c:v>512.39</c:v>
                </c:pt>
                <c:pt idx="438">
                  <c:v>1378.02</c:v>
                </c:pt>
                <c:pt idx="439">
                  <c:v>146.32</c:v>
                </c:pt>
                <c:pt idx="440">
                  <c:v>334.4</c:v>
                </c:pt>
                <c:pt idx="441">
                  <c:v>657.08</c:v>
                </c:pt>
                <c:pt idx="442">
                  <c:v>1574.7</c:v>
                </c:pt>
                <c:pt idx="443">
                  <c:v>139.28</c:v>
                </c:pt>
                <c:pt idx="444">
                  <c:v>135.16999999999999</c:v>
                </c:pt>
                <c:pt idx="445">
                  <c:v>487.21</c:v>
                </c:pt>
                <c:pt idx="446">
                  <c:v>2547.9</c:v>
                </c:pt>
                <c:pt idx="447">
                  <c:v>833.62</c:v>
                </c:pt>
                <c:pt idx="448">
                  <c:v>320</c:v>
                </c:pt>
                <c:pt idx="449">
                  <c:v>759.15000000000009</c:v>
                </c:pt>
                <c:pt idx="450">
                  <c:v>3075.5</c:v>
                </c:pt>
                <c:pt idx="451">
                  <c:v>183.18</c:v>
                </c:pt>
                <c:pt idx="452">
                  <c:v>75.78</c:v>
                </c:pt>
                <c:pt idx="453">
                  <c:v>675.57</c:v>
                </c:pt>
                <c:pt idx="454">
                  <c:v>109.29</c:v>
                </c:pt>
                <c:pt idx="455">
                  <c:v>639.83000000000004</c:v>
                </c:pt>
                <c:pt idx="456">
                  <c:v>314.05</c:v>
                </c:pt>
                <c:pt idx="457">
                  <c:v>2463.3200000000002</c:v>
                </c:pt>
                <c:pt idx="458">
                  <c:v>2042.32</c:v>
                </c:pt>
                <c:pt idx="459">
                  <c:v>334.39</c:v>
                </c:pt>
                <c:pt idx="460">
                  <c:v>144.25</c:v>
                </c:pt>
                <c:pt idx="461">
                  <c:v>401.82</c:v>
                </c:pt>
                <c:pt idx="462">
                  <c:v>252.68</c:v>
                </c:pt>
                <c:pt idx="463">
                  <c:v>3313.9</c:v>
                </c:pt>
                <c:pt idx="464">
                  <c:v>1737.68</c:v>
                </c:pt>
                <c:pt idx="465">
                  <c:v>2567.4499999999998</c:v>
                </c:pt>
                <c:pt idx="466">
                  <c:v>432.47</c:v>
                </c:pt>
                <c:pt idx="467">
                  <c:v>45.94</c:v>
                </c:pt>
                <c:pt idx="468">
                  <c:v>418.36</c:v>
                </c:pt>
                <c:pt idx="469">
                  <c:v>3384.9</c:v>
                </c:pt>
                <c:pt idx="470">
                  <c:v>1054.48</c:v>
                </c:pt>
                <c:pt idx="471">
                  <c:v>2756.35</c:v>
                </c:pt>
                <c:pt idx="472">
                  <c:v>1524.36</c:v>
                </c:pt>
                <c:pt idx="473">
                  <c:v>29.86</c:v>
                </c:pt>
                <c:pt idx="474">
                  <c:v>688.02</c:v>
                </c:pt>
                <c:pt idx="475">
                  <c:v>877.24</c:v>
                </c:pt>
                <c:pt idx="476">
                  <c:v>1027.18</c:v>
                </c:pt>
                <c:pt idx="477">
                  <c:v>507.48</c:v>
                </c:pt>
                <c:pt idx="478">
                  <c:v>188.31</c:v>
                </c:pt>
                <c:pt idx="479">
                  <c:v>101.16</c:v>
                </c:pt>
                <c:pt idx="480">
                  <c:v>335.1</c:v>
                </c:pt>
                <c:pt idx="481">
                  <c:v>1939.4</c:v>
                </c:pt>
                <c:pt idx="482">
                  <c:v>1144.23</c:v>
                </c:pt>
                <c:pt idx="483">
                  <c:v>1739.6</c:v>
                </c:pt>
                <c:pt idx="484">
                  <c:v>60.04</c:v>
                </c:pt>
                <c:pt idx="485">
                  <c:v>1214.3699999999999</c:v>
                </c:pt>
                <c:pt idx="486">
                  <c:v>2445.04</c:v>
                </c:pt>
                <c:pt idx="487">
                  <c:v>1039.56</c:v>
                </c:pt>
                <c:pt idx="488">
                  <c:v>36.65</c:v>
                </c:pt>
                <c:pt idx="489">
                  <c:v>448.02</c:v>
                </c:pt>
                <c:pt idx="490">
                  <c:v>2339.0500000000002</c:v>
                </c:pt>
                <c:pt idx="491">
                  <c:v>2103.5</c:v>
                </c:pt>
                <c:pt idx="492">
                  <c:v>3032.6</c:v>
                </c:pt>
                <c:pt idx="493">
                  <c:v>420.26</c:v>
                </c:pt>
                <c:pt idx="494">
                  <c:v>1517.37</c:v>
                </c:pt>
                <c:pt idx="495">
                  <c:v>1974.92</c:v>
                </c:pt>
                <c:pt idx="496">
                  <c:v>603.63</c:v>
                </c:pt>
                <c:pt idx="497">
                  <c:v>336.87</c:v>
                </c:pt>
                <c:pt idx="498">
                  <c:v>530.24</c:v>
                </c:pt>
                <c:pt idx="499">
                  <c:v>1618.38</c:v>
                </c:pt>
                <c:pt idx="500">
                  <c:v>2542.9499999999998</c:v>
                </c:pt>
                <c:pt idx="501">
                  <c:v>813.84</c:v>
                </c:pt>
                <c:pt idx="502">
                  <c:v>1695.75</c:v>
                </c:pt>
                <c:pt idx="503">
                  <c:v>410.52</c:v>
                </c:pt>
                <c:pt idx="504">
                  <c:v>929</c:v>
                </c:pt>
                <c:pt idx="505">
                  <c:v>869.94</c:v>
                </c:pt>
                <c:pt idx="506">
                  <c:v>87.34</c:v>
                </c:pt>
                <c:pt idx="507">
                  <c:v>171.59</c:v>
                </c:pt>
                <c:pt idx="508">
                  <c:v>558.27</c:v>
                </c:pt>
                <c:pt idx="509">
                  <c:v>850.06</c:v>
                </c:pt>
                <c:pt idx="510">
                  <c:v>376.76</c:v>
                </c:pt>
                <c:pt idx="511">
                  <c:v>2876.2</c:v>
                </c:pt>
                <c:pt idx="512">
                  <c:v>1704.06</c:v>
                </c:pt>
                <c:pt idx="513">
                  <c:v>284.64</c:v>
                </c:pt>
                <c:pt idx="514">
                  <c:v>912.44999999999993</c:v>
                </c:pt>
                <c:pt idx="515">
                  <c:v>1660.56</c:v>
                </c:pt>
                <c:pt idx="516">
                  <c:v>500.97</c:v>
                </c:pt>
                <c:pt idx="517">
                  <c:v>793.4</c:v>
                </c:pt>
                <c:pt idx="518">
                  <c:v>1614.32</c:v>
                </c:pt>
                <c:pt idx="519">
                  <c:v>1857.16</c:v>
                </c:pt>
                <c:pt idx="520">
                  <c:v>1907.94</c:v>
                </c:pt>
                <c:pt idx="521">
                  <c:v>528.05999999999995</c:v>
                </c:pt>
                <c:pt idx="522">
                  <c:v>515.32000000000005</c:v>
                </c:pt>
                <c:pt idx="523">
                  <c:v>2631.16</c:v>
                </c:pt>
                <c:pt idx="524">
                  <c:v>153</c:v>
                </c:pt>
                <c:pt idx="525">
                  <c:v>668.48</c:v>
                </c:pt>
                <c:pt idx="526">
                  <c:v>93</c:v>
                </c:pt>
                <c:pt idx="527">
                  <c:v>3267.35</c:v>
                </c:pt>
                <c:pt idx="528">
                  <c:v>628.89</c:v>
                </c:pt>
                <c:pt idx="529">
                  <c:v>1350.2</c:v>
                </c:pt>
                <c:pt idx="530">
                  <c:v>357.64</c:v>
                </c:pt>
                <c:pt idx="531">
                  <c:v>1600.05</c:v>
                </c:pt>
                <c:pt idx="532">
                  <c:v>82</c:v>
                </c:pt>
                <c:pt idx="533">
                  <c:v>565.85</c:v>
                </c:pt>
                <c:pt idx="534">
                  <c:v>1945.77</c:v>
                </c:pt>
                <c:pt idx="535">
                  <c:v>204.36</c:v>
                </c:pt>
                <c:pt idx="536">
                  <c:v>616.1</c:v>
                </c:pt>
                <c:pt idx="537">
                  <c:v>742.41</c:v>
                </c:pt>
                <c:pt idx="538">
                  <c:v>1472.22</c:v>
                </c:pt>
                <c:pt idx="539">
                  <c:v>1595.16</c:v>
                </c:pt>
                <c:pt idx="540">
                  <c:v>3243.25</c:v>
                </c:pt>
                <c:pt idx="541">
                  <c:v>2280.3000000000002</c:v>
                </c:pt>
                <c:pt idx="542">
                  <c:v>17.98</c:v>
                </c:pt>
                <c:pt idx="543">
                  <c:v>1349.3</c:v>
                </c:pt>
                <c:pt idx="544">
                  <c:v>159.80000000000001</c:v>
                </c:pt>
                <c:pt idx="545">
                  <c:v>196.94</c:v>
                </c:pt>
                <c:pt idx="546">
                  <c:v>158.68</c:v>
                </c:pt>
                <c:pt idx="547">
                  <c:v>613.98</c:v>
                </c:pt>
                <c:pt idx="548">
                  <c:v>1278.3599999999999</c:v>
                </c:pt>
                <c:pt idx="549">
                  <c:v>2519.52</c:v>
                </c:pt>
                <c:pt idx="550">
                  <c:v>915.64</c:v>
                </c:pt>
                <c:pt idx="551">
                  <c:v>120.98</c:v>
                </c:pt>
                <c:pt idx="552">
                  <c:v>1700.72</c:v>
                </c:pt>
                <c:pt idx="553">
                  <c:v>667.66</c:v>
                </c:pt>
                <c:pt idx="554">
                  <c:v>985.8</c:v>
                </c:pt>
                <c:pt idx="555">
                  <c:v>92.04</c:v>
                </c:pt>
                <c:pt idx="556">
                  <c:v>654.27</c:v>
                </c:pt>
                <c:pt idx="557">
                  <c:v>56.2</c:v>
                </c:pt>
                <c:pt idx="558">
                  <c:v>2512.48</c:v>
                </c:pt>
                <c:pt idx="559">
                  <c:v>472.2</c:v>
                </c:pt>
                <c:pt idx="560">
                  <c:v>2355.4</c:v>
                </c:pt>
                <c:pt idx="561">
                  <c:v>989.56</c:v>
                </c:pt>
                <c:pt idx="562">
                  <c:v>1991.79</c:v>
                </c:pt>
                <c:pt idx="563">
                  <c:v>132.68</c:v>
                </c:pt>
                <c:pt idx="564">
                  <c:v>1821.4</c:v>
                </c:pt>
                <c:pt idx="565">
                  <c:v>1539.9</c:v>
                </c:pt>
                <c:pt idx="566">
                  <c:v>650.84</c:v>
                </c:pt>
                <c:pt idx="567">
                  <c:v>2464.6999999999998</c:v>
                </c:pt>
                <c:pt idx="568">
                  <c:v>687.98</c:v>
                </c:pt>
                <c:pt idx="569">
                  <c:v>1253.4000000000001</c:v>
                </c:pt>
                <c:pt idx="570">
                  <c:v>724.28</c:v>
                </c:pt>
                <c:pt idx="571">
                  <c:v>214.08</c:v>
                </c:pt>
                <c:pt idx="572">
                  <c:v>70.319999999999993</c:v>
                </c:pt>
                <c:pt idx="573">
                  <c:v>2107.1</c:v>
                </c:pt>
                <c:pt idx="574">
                  <c:v>1923.45</c:v>
                </c:pt>
                <c:pt idx="575">
                  <c:v>2240.75</c:v>
                </c:pt>
                <c:pt idx="576">
                  <c:v>395.4</c:v>
                </c:pt>
                <c:pt idx="577">
                  <c:v>741.64</c:v>
                </c:pt>
                <c:pt idx="578">
                  <c:v>2830.35</c:v>
                </c:pt>
                <c:pt idx="579">
                  <c:v>375.76</c:v>
                </c:pt>
                <c:pt idx="580">
                  <c:v>511.98</c:v>
                </c:pt>
                <c:pt idx="581">
                  <c:v>627.34</c:v>
                </c:pt>
                <c:pt idx="582">
                  <c:v>1422.42</c:v>
                </c:pt>
                <c:pt idx="583">
                  <c:v>463.11</c:v>
                </c:pt>
                <c:pt idx="584">
                  <c:v>580.20000000000005</c:v>
                </c:pt>
                <c:pt idx="585">
                  <c:v>268.32</c:v>
                </c:pt>
                <c:pt idx="586">
                  <c:v>522.08000000000004</c:v>
                </c:pt>
                <c:pt idx="587">
                  <c:v>2573</c:v>
                </c:pt>
                <c:pt idx="588">
                  <c:v>2311.2800000000002</c:v>
                </c:pt>
                <c:pt idx="589">
                  <c:v>1001.6</c:v>
                </c:pt>
                <c:pt idx="590">
                  <c:v>922.26</c:v>
                </c:pt>
                <c:pt idx="591">
                  <c:v>605.28</c:v>
                </c:pt>
                <c:pt idx="592">
                  <c:v>612.81000000000006</c:v>
                </c:pt>
                <c:pt idx="593">
                  <c:v>489.8</c:v>
                </c:pt>
                <c:pt idx="594">
                  <c:v>363.2</c:v>
                </c:pt>
                <c:pt idx="595">
                  <c:v>770.32</c:v>
                </c:pt>
                <c:pt idx="596">
                  <c:v>1819.23</c:v>
                </c:pt>
                <c:pt idx="597">
                  <c:v>423.64</c:v>
                </c:pt>
                <c:pt idx="598">
                  <c:v>2476.75</c:v>
                </c:pt>
                <c:pt idx="599">
                  <c:v>1670.97</c:v>
                </c:pt>
                <c:pt idx="600">
                  <c:v>72.31</c:v>
                </c:pt>
                <c:pt idx="601">
                  <c:v>124.1</c:v>
                </c:pt>
                <c:pt idx="602">
                  <c:v>104.16</c:v>
                </c:pt>
                <c:pt idx="603">
                  <c:v>657.07</c:v>
                </c:pt>
                <c:pt idx="604">
                  <c:v>97.859999999999985</c:v>
                </c:pt>
                <c:pt idx="605">
                  <c:v>457.82</c:v>
                </c:pt>
                <c:pt idx="606">
                  <c:v>824.25</c:v>
                </c:pt>
                <c:pt idx="607">
                  <c:v>2536.1999999999998</c:v>
                </c:pt>
                <c:pt idx="608">
                  <c:v>2715.8</c:v>
                </c:pt>
                <c:pt idx="609">
                  <c:v>1347.39</c:v>
                </c:pt>
                <c:pt idx="610">
                  <c:v>1948.1</c:v>
                </c:pt>
                <c:pt idx="611">
                  <c:v>305.17</c:v>
                </c:pt>
                <c:pt idx="612">
                  <c:v>1335.36</c:v>
                </c:pt>
                <c:pt idx="613">
                  <c:v>460.72</c:v>
                </c:pt>
                <c:pt idx="614">
                  <c:v>96.81</c:v>
                </c:pt>
                <c:pt idx="615">
                  <c:v>2300.6999999999998</c:v>
                </c:pt>
                <c:pt idx="616">
                  <c:v>1804.8</c:v>
                </c:pt>
                <c:pt idx="617">
                  <c:v>553.41</c:v>
                </c:pt>
                <c:pt idx="618">
                  <c:v>411.34</c:v>
                </c:pt>
                <c:pt idx="619">
                  <c:v>532.89</c:v>
                </c:pt>
                <c:pt idx="620">
                  <c:v>409.02</c:v>
                </c:pt>
                <c:pt idx="621">
                  <c:v>2380.0500000000002</c:v>
                </c:pt>
                <c:pt idx="622">
                  <c:v>1181.9000000000001</c:v>
                </c:pt>
                <c:pt idx="623">
                  <c:v>1188</c:v>
                </c:pt>
                <c:pt idx="624">
                  <c:v>1709.8</c:v>
                </c:pt>
                <c:pt idx="625">
                  <c:v>672.89</c:v>
                </c:pt>
                <c:pt idx="626">
                  <c:v>1314.96</c:v>
                </c:pt>
                <c:pt idx="627">
                  <c:v>1496.04</c:v>
                </c:pt>
                <c:pt idx="628">
                  <c:v>2793.15</c:v>
                </c:pt>
                <c:pt idx="629">
                  <c:v>59.19</c:v>
                </c:pt>
                <c:pt idx="630">
                  <c:v>1244.2</c:v>
                </c:pt>
                <c:pt idx="631">
                  <c:v>138.33000000000001</c:v>
                </c:pt>
                <c:pt idx="632">
                  <c:v>3390.8</c:v>
                </c:pt>
                <c:pt idx="633">
                  <c:v>3008.6</c:v>
                </c:pt>
                <c:pt idx="634">
                  <c:v>518.64</c:v>
                </c:pt>
                <c:pt idx="635">
                  <c:v>191.04</c:v>
                </c:pt>
                <c:pt idx="636">
                  <c:v>1484.28</c:v>
                </c:pt>
                <c:pt idx="637">
                  <c:v>1225.4000000000001</c:v>
                </c:pt>
                <c:pt idx="638">
                  <c:v>2313.08</c:v>
                </c:pt>
                <c:pt idx="639">
                  <c:v>529.19000000000005</c:v>
                </c:pt>
                <c:pt idx="640">
                  <c:v>1174.98</c:v>
                </c:pt>
                <c:pt idx="641">
                  <c:v>2270.2800000000002</c:v>
                </c:pt>
                <c:pt idx="642">
                  <c:v>426.1</c:v>
                </c:pt>
                <c:pt idx="643">
                  <c:v>438.37</c:v>
                </c:pt>
                <c:pt idx="644">
                  <c:v>732.46</c:v>
                </c:pt>
                <c:pt idx="645">
                  <c:v>300.10000000000002</c:v>
                </c:pt>
                <c:pt idx="646">
                  <c:v>1994.04</c:v>
                </c:pt>
                <c:pt idx="647">
                  <c:v>1018.17</c:v>
                </c:pt>
                <c:pt idx="648">
                  <c:v>1151.6600000000001</c:v>
                </c:pt>
                <c:pt idx="649">
                  <c:v>1285.96</c:v>
                </c:pt>
                <c:pt idx="650">
                  <c:v>744.46</c:v>
                </c:pt>
                <c:pt idx="651">
                  <c:v>1939.02</c:v>
                </c:pt>
                <c:pt idx="652">
                  <c:v>1709.2</c:v>
                </c:pt>
                <c:pt idx="653">
                  <c:v>2070.9</c:v>
                </c:pt>
                <c:pt idx="654">
                  <c:v>1147.1099999999999</c:v>
                </c:pt>
                <c:pt idx="655">
                  <c:v>265.2</c:v>
                </c:pt>
                <c:pt idx="656">
                  <c:v>378.12</c:v>
                </c:pt>
                <c:pt idx="657">
                  <c:v>351.16</c:v>
                </c:pt>
                <c:pt idx="658">
                  <c:v>92.72</c:v>
                </c:pt>
                <c:pt idx="659">
                  <c:v>1284.08</c:v>
                </c:pt>
                <c:pt idx="660">
                  <c:v>1303.1400000000001</c:v>
                </c:pt>
                <c:pt idx="661">
                  <c:v>1274.67</c:v>
                </c:pt>
                <c:pt idx="662">
                  <c:v>1316.67</c:v>
                </c:pt>
                <c:pt idx="663">
                  <c:v>72.599999999999994</c:v>
                </c:pt>
                <c:pt idx="664">
                  <c:v>779</c:v>
                </c:pt>
                <c:pt idx="665">
                  <c:v>925.04</c:v>
                </c:pt>
                <c:pt idx="666">
                  <c:v>1308.48</c:v>
                </c:pt>
                <c:pt idx="667">
                  <c:v>466.42</c:v>
                </c:pt>
                <c:pt idx="668">
                  <c:v>507.34</c:v>
                </c:pt>
                <c:pt idx="669">
                  <c:v>257</c:v>
                </c:pt>
                <c:pt idx="670">
                  <c:v>2156.8000000000002</c:v>
                </c:pt>
                <c:pt idx="671">
                  <c:v>253.7</c:v>
                </c:pt>
                <c:pt idx="672">
                  <c:v>1248.32</c:v>
                </c:pt>
                <c:pt idx="673">
                  <c:v>745.84</c:v>
                </c:pt>
                <c:pt idx="674">
                  <c:v>1435</c:v>
                </c:pt>
                <c:pt idx="675">
                  <c:v>1026.06</c:v>
                </c:pt>
                <c:pt idx="676">
                  <c:v>844.68</c:v>
                </c:pt>
                <c:pt idx="677">
                  <c:v>110.35</c:v>
                </c:pt>
                <c:pt idx="678">
                  <c:v>489.39</c:v>
                </c:pt>
                <c:pt idx="679">
                  <c:v>1081.98</c:v>
                </c:pt>
                <c:pt idx="680">
                  <c:v>1390.17</c:v>
                </c:pt>
                <c:pt idx="681">
                  <c:v>155.27000000000001</c:v>
                </c:pt>
                <c:pt idx="682">
                  <c:v>1528.26</c:v>
                </c:pt>
                <c:pt idx="683">
                  <c:v>2609.92</c:v>
                </c:pt>
                <c:pt idx="684">
                  <c:v>139.36000000000001</c:v>
                </c:pt>
                <c:pt idx="685">
                  <c:v>234.37</c:v>
                </c:pt>
                <c:pt idx="686">
                  <c:v>160.80000000000001</c:v>
                </c:pt>
                <c:pt idx="687">
                  <c:v>332.09</c:v>
                </c:pt>
                <c:pt idx="688">
                  <c:v>2372.88</c:v>
                </c:pt>
                <c:pt idx="689">
                  <c:v>889.68</c:v>
                </c:pt>
                <c:pt idx="690">
                  <c:v>24.48</c:v>
                </c:pt>
                <c:pt idx="691">
                  <c:v>717.24</c:v>
                </c:pt>
                <c:pt idx="692">
                  <c:v>984.2</c:v>
                </c:pt>
                <c:pt idx="693">
                  <c:v>176.58</c:v>
                </c:pt>
                <c:pt idx="694">
                  <c:v>2666.08</c:v>
                </c:pt>
                <c:pt idx="695">
                  <c:v>506.5</c:v>
                </c:pt>
                <c:pt idx="696">
                  <c:v>604.79999999999995</c:v>
                </c:pt>
                <c:pt idx="697">
                  <c:v>474.25</c:v>
                </c:pt>
                <c:pt idx="698">
                  <c:v>776.44</c:v>
                </c:pt>
                <c:pt idx="699">
                  <c:v>1842.45</c:v>
                </c:pt>
                <c:pt idx="700">
                  <c:v>185.82</c:v>
                </c:pt>
                <c:pt idx="701">
                  <c:v>276.66000000000003</c:v>
                </c:pt>
                <c:pt idx="702">
                  <c:v>1687.65</c:v>
                </c:pt>
                <c:pt idx="703">
                  <c:v>92.79</c:v>
                </c:pt>
                <c:pt idx="704">
                  <c:v>121.08</c:v>
                </c:pt>
                <c:pt idx="705">
                  <c:v>98.16</c:v>
                </c:pt>
                <c:pt idx="706">
                  <c:v>1140.45</c:v>
                </c:pt>
                <c:pt idx="707">
                  <c:v>2600.16</c:v>
                </c:pt>
                <c:pt idx="708">
                  <c:v>665.11</c:v>
                </c:pt>
                <c:pt idx="709">
                  <c:v>386.03</c:v>
                </c:pt>
                <c:pt idx="710">
                  <c:v>107.7</c:v>
                </c:pt>
                <c:pt idx="711">
                  <c:v>951.56</c:v>
                </c:pt>
                <c:pt idx="712">
                  <c:v>136.80000000000001</c:v>
                </c:pt>
                <c:pt idx="713">
                  <c:v>2129.96</c:v>
                </c:pt>
                <c:pt idx="714">
                  <c:v>51.73</c:v>
                </c:pt>
                <c:pt idx="715">
                  <c:v>1960.89</c:v>
                </c:pt>
                <c:pt idx="716">
                  <c:v>1362.87</c:v>
                </c:pt>
                <c:pt idx="717">
                  <c:v>366.33</c:v>
                </c:pt>
                <c:pt idx="718">
                  <c:v>258.95999999999998</c:v>
                </c:pt>
                <c:pt idx="719">
                  <c:v>1362.12</c:v>
                </c:pt>
                <c:pt idx="720">
                  <c:v>644.75</c:v>
                </c:pt>
                <c:pt idx="721">
                  <c:v>237.18</c:v>
                </c:pt>
                <c:pt idx="722">
                  <c:v>95.1</c:v>
                </c:pt>
                <c:pt idx="723">
                  <c:v>164.85</c:v>
                </c:pt>
                <c:pt idx="724">
                  <c:v>410.91</c:v>
                </c:pt>
                <c:pt idx="725">
                  <c:v>389.7</c:v>
                </c:pt>
                <c:pt idx="726">
                  <c:v>2332.08</c:v>
                </c:pt>
                <c:pt idx="727">
                  <c:v>478.75</c:v>
                </c:pt>
                <c:pt idx="728">
                  <c:v>1303.04</c:v>
                </c:pt>
                <c:pt idx="729">
                  <c:v>745.64</c:v>
                </c:pt>
                <c:pt idx="730">
                  <c:v>474.6</c:v>
                </c:pt>
                <c:pt idx="731">
                  <c:v>2922.3</c:v>
                </c:pt>
                <c:pt idx="732">
                  <c:v>132.05000000000001</c:v>
                </c:pt>
                <c:pt idx="733">
                  <c:v>1979.36</c:v>
                </c:pt>
                <c:pt idx="734">
                  <c:v>898.44</c:v>
                </c:pt>
                <c:pt idx="735">
                  <c:v>176.28</c:v>
                </c:pt>
                <c:pt idx="736">
                  <c:v>2092.65</c:v>
                </c:pt>
                <c:pt idx="737">
                  <c:v>2131.48</c:v>
                </c:pt>
                <c:pt idx="738">
                  <c:v>970.74</c:v>
                </c:pt>
                <c:pt idx="739">
                  <c:v>1546.92</c:v>
                </c:pt>
                <c:pt idx="740">
                  <c:v>754.94</c:v>
                </c:pt>
                <c:pt idx="741">
                  <c:v>1663.2</c:v>
                </c:pt>
                <c:pt idx="742">
                  <c:v>2099.79</c:v>
                </c:pt>
                <c:pt idx="743">
                  <c:v>576.35</c:v>
                </c:pt>
                <c:pt idx="744">
                  <c:v>922.74</c:v>
                </c:pt>
                <c:pt idx="745">
                  <c:v>445.2</c:v>
                </c:pt>
                <c:pt idx="746">
                  <c:v>1985.67</c:v>
                </c:pt>
                <c:pt idx="747">
                  <c:v>519.16</c:v>
                </c:pt>
                <c:pt idx="748">
                  <c:v>212.43</c:v>
                </c:pt>
                <c:pt idx="749">
                  <c:v>518.39</c:v>
                </c:pt>
                <c:pt idx="750">
                  <c:v>581.64</c:v>
                </c:pt>
                <c:pt idx="751">
                  <c:v>1199.72</c:v>
                </c:pt>
                <c:pt idx="752">
                  <c:v>1717.48</c:v>
                </c:pt>
                <c:pt idx="753">
                  <c:v>482.98</c:v>
                </c:pt>
                <c:pt idx="754">
                  <c:v>904.1</c:v>
                </c:pt>
                <c:pt idx="755">
                  <c:v>1010.13</c:v>
                </c:pt>
                <c:pt idx="756">
                  <c:v>283.69</c:v>
                </c:pt>
                <c:pt idx="757">
                  <c:v>157.72</c:v>
                </c:pt>
                <c:pt idx="758">
                  <c:v>1874.52</c:v>
                </c:pt>
                <c:pt idx="759">
                  <c:v>924.03</c:v>
                </c:pt>
                <c:pt idx="760">
                  <c:v>39.56</c:v>
                </c:pt>
                <c:pt idx="761">
                  <c:v>151.04</c:v>
                </c:pt>
                <c:pt idx="762">
                  <c:v>230.88</c:v>
                </c:pt>
                <c:pt idx="763">
                  <c:v>569.96</c:v>
                </c:pt>
                <c:pt idx="764">
                  <c:v>3137.15</c:v>
                </c:pt>
                <c:pt idx="765">
                  <c:v>1069.82</c:v>
                </c:pt>
                <c:pt idx="766">
                  <c:v>557.76</c:v>
                </c:pt>
                <c:pt idx="767">
                  <c:v>646.44000000000005</c:v>
                </c:pt>
                <c:pt idx="768">
                  <c:v>3267.3</c:v>
                </c:pt>
                <c:pt idx="769">
                  <c:v>2714.2</c:v>
                </c:pt>
                <c:pt idx="770">
                  <c:v>314.38</c:v>
                </c:pt>
                <c:pt idx="771">
                  <c:v>2077.3200000000002</c:v>
                </c:pt>
                <c:pt idx="772">
                  <c:v>604.87</c:v>
                </c:pt>
                <c:pt idx="773">
                  <c:v>1024.6600000000001</c:v>
                </c:pt>
                <c:pt idx="774">
                  <c:v>61.62</c:v>
                </c:pt>
                <c:pt idx="775">
                  <c:v>1250.44</c:v>
                </c:pt>
                <c:pt idx="776">
                  <c:v>21.19</c:v>
                </c:pt>
                <c:pt idx="777">
                  <c:v>322.45</c:v>
                </c:pt>
                <c:pt idx="778">
                  <c:v>987.4</c:v>
                </c:pt>
                <c:pt idx="779">
                  <c:v>1766.22</c:v>
                </c:pt>
                <c:pt idx="780">
                  <c:v>737.92</c:v>
                </c:pt>
                <c:pt idx="781">
                  <c:v>2621.3000000000002</c:v>
                </c:pt>
                <c:pt idx="782">
                  <c:v>987.26</c:v>
                </c:pt>
                <c:pt idx="783">
                  <c:v>438.34</c:v>
                </c:pt>
                <c:pt idx="784">
                  <c:v>325.81</c:v>
                </c:pt>
                <c:pt idx="785">
                  <c:v>176.1</c:v>
                </c:pt>
                <c:pt idx="786">
                  <c:v>226.55</c:v>
                </c:pt>
                <c:pt idx="787">
                  <c:v>887.84</c:v>
                </c:pt>
                <c:pt idx="788">
                  <c:v>1202.8599999999999</c:v>
                </c:pt>
                <c:pt idx="789">
                  <c:v>3456.4</c:v>
                </c:pt>
                <c:pt idx="790">
                  <c:v>1671.56</c:v>
                </c:pt>
                <c:pt idx="791">
                  <c:v>1637.12</c:v>
                </c:pt>
                <c:pt idx="792">
                  <c:v>712.7</c:v>
                </c:pt>
                <c:pt idx="793">
                  <c:v>851.1</c:v>
                </c:pt>
                <c:pt idx="794">
                  <c:v>1539.4</c:v>
                </c:pt>
                <c:pt idx="795">
                  <c:v>463.08</c:v>
                </c:pt>
                <c:pt idx="796">
                  <c:v>1738.65</c:v>
                </c:pt>
                <c:pt idx="797">
                  <c:v>877.52</c:v>
                </c:pt>
                <c:pt idx="798">
                  <c:v>2441.75</c:v>
                </c:pt>
                <c:pt idx="799">
                  <c:v>1314.24</c:v>
                </c:pt>
                <c:pt idx="800">
                  <c:v>68.39</c:v>
                </c:pt>
                <c:pt idx="801">
                  <c:v>2382.48</c:v>
                </c:pt>
                <c:pt idx="802">
                  <c:v>3223.2</c:v>
                </c:pt>
                <c:pt idx="803">
                  <c:v>1989.05</c:v>
                </c:pt>
                <c:pt idx="804">
                  <c:v>709.5</c:v>
                </c:pt>
                <c:pt idx="805">
                  <c:v>2360.0500000000002</c:v>
                </c:pt>
                <c:pt idx="806">
                  <c:v>1268.75</c:v>
                </c:pt>
                <c:pt idx="807">
                  <c:v>2028.63</c:v>
                </c:pt>
                <c:pt idx="808">
                  <c:v>402.15</c:v>
                </c:pt>
                <c:pt idx="809">
                  <c:v>1087.1500000000001</c:v>
                </c:pt>
                <c:pt idx="810">
                  <c:v>553.55999999999995</c:v>
                </c:pt>
                <c:pt idx="811">
                  <c:v>57.1</c:v>
                </c:pt>
                <c:pt idx="812">
                  <c:v>510.52</c:v>
                </c:pt>
                <c:pt idx="813">
                  <c:v>1462.7</c:v>
                </c:pt>
                <c:pt idx="814">
                  <c:v>590.04</c:v>
                </c:pt>
                <c:pt idx="815">
                  <c:v>1709.52</c:v>
                </c:pt>
                <c:pt idx="816">
                  <c:v>2873.95</c:v>
                </c:pt>
                <c:pt idx="817">
                  <c:v>2392.7600000000002</c:v>
                </c:pt>
                <c:pt idx="818">
                  <c:v>1563.36</c:v>
                </c:pt>
                <c:pt idx="819">
                  <c:v>796.9</c:v>
                </c:pt>
                <c:pt idx="820">
                  <c:v>3119.05</c:v>
                </c:pt>
                <c:pt idx="821">
                  <c:v>697.96</c:v>
                </c:pt>
                <c:pt idx="822">
                  <c:v>479.56</c:v>
                </c:pt>
                <c:pt idx="823">
                  <c:v>2612.52</c:v>
                </c:pt>
                <c:pt idx="824">
                  <c:v>1443.3</c:v>
                </c:pt>
                <c:pt idx="825">
                  <c:v>1358.45</c:v>
                </c:pt>
                <c:pt idx="826">
                  <c:v>1391.43</c:v>
                </c:pt>
                <c:pt idx="827">
                  <c:v>1279.76</c:v>
                </c:pt>
                <c:pt idx="828">
                  <c:v>1618.32</c:v>
                </c:pt>
                <c:pt idx="829">
                  <c:v>76.930000000000007</c:v>
                </c:pt>
                <c:pt idx="830">
                  <c:v>762.56</c:v>
                </c:pt>
                <c:pt idx="831">
                  <c:v>177.46</c:v>
                </c:pt>
                <c:pt idx="832">
                  <c:v>2428.5500000000002</c:v>
                </c:pt>
                <c:pt idx="833">
                  <c:v>391.45</c:v>
                </c:pt>
                <c:pt idx="834">
                  <c:v>110.7</c:v>
                </c:pt>
                <c:pt idx="835">
                  <c:v>679.65</c:v>
                </c:pt>
                <c:pt idx="836">
                  <c:v>178.44</c:v>
                </c:pt>
                <c:pt idx="837">
                  <c:v>3277.75</c:v>
                </c:pt>
                <c:pt idx="838">
                  <c:v>2308.3200000000002</c:v>
                </c:pt>
                <c:pt idx="839">
                  <c:v>593.91</c:v>
                </c:pt>
                <c:pt idx="840">
                  <c:v>1235.8499999999999</c:v>
                </c:pt>
                <c:pt idx="841">
                  <c:v>886.44</c:v>
                </c:pt>
                <c:pt idx="842">
                  <c:v>1092.42</c:v>
                </c:pt>
                <c:pt idx="843">
                  <c:v>1290.18</c:v>
                </c:pt>
                <c:pt idx="844">
                  <c:v>320.92</c:v>
                </c:pt>
                <c:pt idx="845">
                  <c:v>322.08</c:v>
                </c:pt>
                <c:pt idx="846">
                  <c:v>719.72</c:v>
                </c:pt>
                <c:pt idx="847">
                  <c:v>1736.92</c:v>
                </c:pt>
                <c:pt idx="848">
                  <c:v>1291.7</c:v>
                </c:pt>
                <c:pt idx="849">
                  <c:v>857.4</c:v>
                </c:pt>
                <c:pt idx="850">
                  <c:v>1915.5</c:v>
                </c:pt>
                <c:pt idx="851">
                  <c:v>365.57</c:v>
                </c:pt>
                <c:pt idx="852">
                  <c:v>1704.15</c:v>
                </c:pt>
                <c:pt idx="853">
                  <c:v>1470.03</c:v>
                </c:pt>
                <c:pt idx="854">
                  <c:v>1117.8</c:v>
                </c:pt>
                <c:pt idx="855">
                  <c:v>1203.05</c:v>
                </c:pt>
                <c:pt idx="856">
                  <c:v>586.62</c:v>
                </c:pt>
                <c:pt idx="857">
                  <c:v>773.52</c:v>
                </c:pt>
                <c:pt idx="858">
                  <c:v>2178.3000000000002</c:v>
                </c:pt>
                <c:pt idx="859">
                  <c:v>1306.6500000000001</c:v>
                </c:pt>
                <c:pt idx="860">
                  <c:v>422.54</c:v>
                </c:pt>
                <c:pt idx="861">
                  <c:v>1652.25</c:v>
                </c:pt>
                <c:pt idx="862">
                  <c:v>362.46</c:v>
                </c:pt>
                <c:pt idx="863">
                  <c:v>14.06</c:v>
                </c:pt>
                <c:pt idx="864">
                  <c:v>491.11</c:v>
                </c:pt>
                <c:pt idx="865">
                  <c:v>2709.48</c:v>
                </c:pt>
                <c:pt idx="866">
                  <c:v>946.25</c:v>
                </c:pt>
                <c:pt idx="867">
                  <c:v>570.32000000000005</c:v>
                </c:pt>
                <c:pt idx="868">
                  <c:v>1265.28</c:v>
                </c:pt>
                <c:pt idx="869">
                  <c:v>1067.9000000000001</c:v>
                </c:pt>
                <c:pt idx="870">
                  <c:v>1880.36</c:v>
                </c:pt>
                <c:pt idx="871">
                  <c:v>972.90000000000009</c:v>
                </c:pt>
                <c:pt idx="872">
                  <c:v>2517.36</c:v>
                </c:pt>
                <c:pt idx="873">
                  <c:v>410.52</c:v>
                </c:pt>
                <c:pt idx="874">
                  <c:v>977.8</c:v>
                </c:pt>
                <c:pt idx="875">
                  <c:v>666.94999999999993</c:v>
                </c:pt>
                <c:pt idx="876">
                  <c:v>3044.55</c:v>
                </c:pt>
                <c:pt idx="877">
                  <c:v>524.05999999999995</c:v>
                </c:pt>
                <c:pt idx="878">
                  <c:v>661.38</c:v>
                </c:pt>
                <c:pt idx="879">
                  <c:v>1095.3399999999999</c:v>
                </c:pt>
                <c:pt idx="880">
                  <c:v>934.8</c:v>
                </c:pt>
                <c:pt idx="881">
                  <c:v>897.7</c:v>
                </c:pt>
                <c:pt idx="882">
                  <c:v>548.24</c:v>
                </c:pt>
                <c:pt idx="883">
                  <c:v>2807.4</c:v>
                </c:pt>
                <c:pt idx="884">
                  <c:v>595.54</c:v>
                </c:pt>
                <c:pt idx="885">
                  <c:v>2062.36</c:v>
                </c:pt>
                <c:pt idx="886">
                  <c:v>460.13</c:v>
                </c:pt>
                <c:pt idx="887">
                  <c:v>514.98</c:v>
                </c:pt>
                <c:pt idx="888">
                  <c:v>533.9</c:v>
                </c:pt>
                <c:pt idx="889">
                  <c:v>3253.6</c:v>
                </c:pt>
                <c:pt idx="890">
                  <c:v>1318.59</c:v>
                </c:pt>
                <c:pt idx="891">
                  <c:v>1963.62</c:v>
                </c:pt>
                <c:pt idx="892">
                  <c:v>394.53</c:v>
                </c:pt>
                <c:pt idx="893">
                  <c:v>678.01</c:v>
                </c:pt>
                <c:pt idx="894">
                  <c:v>1725.03</c:v>
                </c:pt>
                <c:pt idx="895">
                  <c:v>463.92</c:v>
                </c:pt>
                <c:pt idx="896">
                  <c:v>441.87</c:v>
                </c:pt>
                <c:pt idx="897">
                  <c:v>1925.92</c:v>
                </c:pt>
                <c:pt idx="898">
                  <c:v>475.11</c:v>
                </c:pt>
                <c:pt idx="899">
                  <c:v>646.74</c:v>
                </c:pt>
                <c:pt idx="900">
                  <c:v>369.15</c:v>
                </c:pt>
                <c:pt idx="901">
                  <c:v>458.63</c:v>
                </c:pt>
                <c:pt idx="902">
                  <c:v>721</c:v>
                </c:pt>
                <c:pt idx="903">
                  <c:v>1420.47</c:v>
                </c:pt>
                <c:pt idx="904">
                  <c:v>949.72</c:v>
                </c:pt>
                <c:pt idx="905">
                  <c:v>442.39</c:v>
                </c:pt>
                <c:pt idx="906">
                  <c:v>62.12</c:v>
                </c:pt>
                <c:pt idx="907">
                  <c:v>1491.95</c:v>
                </c:pt>
                <c:pt idx="908">
                  <c:v>1395.86</c:v>
                </c:pt>
                <c:pt idx="909">
                  <c:v>583.70000000000005</c:v>
                </c:pt>
                <c:pt idx="910">
                  <c:v>926.94</c:v>
                </c:pt>
                <c:pt idx="911">
                  <c:v>1984.3</c:v>
                </c:pt>
                <c:pt idx="912">
                  <c:v>279.38</c:v>
                </c:pt>
                <c:pt idx="913">
                  <c:v>2379.75</c:v>
                </c:pt>
                <c:pt idx="914">
                  <c:v>626.6</c:v>
                </c:pt>
                <c:pt idx="915">
                  <c:v>2011.96</c:v>
                </c:pt>
                <c:pt idx="916">
                  <c:v>2894.15</c:v>
                </c:pt>
                <c:pt idx="917">
                  <c:v>1919.1</c:v>
                </c:pt>
                <c:pt idx="918">
                  <c:v>1841.25</c:v>
                </c:pt>
                <c:pt idx="919">
                  <c:v>749.2</c:v>
                </c:pt>
                <c:pt idx="920">
                  <c:v>856.18</c:v>
                </c:pt>
                <c:pt idx="921">
                  <c:v>438.93</c:v>
                </c:pt>
                <c:pt idx="922">
                  <c:v>1127.6400000000001</c:v>
                </c:pt>
                <c:pt idx="923">
                  <c:v>1949.79</c:v>
                </c:pt>
                <c:pt idx="924">
                  <c:v>1342.15</c:v>
                </c:pt>
                <c:pt idx="925">
                  <c:v>2512.35</c:v>
                </c:pt>
                <c:pt idx="926">
                  <c:v>26.95</c:v>
                </c:pt>
                <c:pt idx="927">
                  <c:v>258.76</c:v>
                </c:pt>
                <c:pt idx="928">
                  <c:v>741.33</c:v>
                </c:pt>
                <c:pt idx="929">
                  <c:v>1072.5</c:v>
                </c:pt>
                <c:pt idx="930">
                  <c:v>912.08</c:v>
                </c:pt>
                <c:pt idx="931">
                  <c:v>80.459999999999994</c:v>
                </c:pt>
                <c:pt idx="932">
                  <c:v>144.78</c:v>
                </c:pt>
                <c:pt idx="933">
                  <c:v>788.32</c:v>
                </c:pt>
                <c:pt idx="934">
                  <c:v>479.36</c:v>
                </c:pt>
                <c:pt idx="935">
                  <c:v>2078.13</c:v>
                </c:pt>
                <c:pt idx="936">
                  <c:v>226.64</c:v>
                </c:pt>
                <c:pt idx="937">
                  <c:v>597.05999999999995</c:v>
                </c:pt>
                <c:pt idx="938">
                  <c:v>994.37999999999988</c:v>
                </c:pt>
                <c:pt idx="939">
                  <c:v>1042.8</c:v>
                </c:pt>
                <c:pt idx="940">
                  <c:v>1221.28</c:v>
                </c:pt>
                <c:pt idx="941">
                  <c:v>558.5</c:v>
                </c:pt>
                <c:pt idx="942">
                  <c:v>479.76</c:v>
                </c:pt>
                <c:pt idx="943">
                  <c:v>580.47</c:v>
                </c:pt>
                <c:pt idx="944">
                  <c:v>852.44</c:v>
                </c:pt>
                <c:pt idx="945">
                  <c:v>1382.2</c:v>
                </c:pt>
                <c:pt idx="946">
                  <c:v>809.92</c:v>
                </c:pt>
                <c:pt idx="947">
                  <c:v>1862.64</c:v>
                </c:pt>
                <c:pt idx="948">
                  <c:v>1188.1400000000001</c:v>
                </c:pt>
                <c:pt idx="949">
                  <c:v>551.9</c:v>
                </c:pt>
                <c:pt idx="950">
                  <c:v>596.24</c:v>
                </c:pt>
                <c:pt idx="951">
                  <c:v>612.48</c:v>
                </c:pt>
                <c:pt idx="952">
                  <c:v>1510.17</c:v>
                </c:pt>
                <c:pt idx="953">
                  <c:v>131.61000000000001</c:v>
                </c:pt>
                <c:pt idx="954">
                  <c:v>1330.32</c:v>
                </c:pt>
                <c:pt idx="955">
                  <c:v>408.13</c:v>
                </c:pt>
                <c:pt idx="956">
                  <c:v>321.95999999999998</c:v>
                </c:pt>
                <c:pt idx="957">
                  <c:v>3219.45</c:v>
                </c:pt>
                <c:pt idx="958">
                  <c:v>475.98</c:v>
                </c:pt>
                <c:pt idx="959">
                  <c:v>287.64</c:v>
                </c:pt>
                <c:pt idx="960">
                  <c:v>1137.21</c:v>
                </c:pt>
                <c:pt idx="961">
                  <c:v>601.36</c:v>
                </c:pt>
                <c:pt idx="962">
                  <c:v>284.16000000000003</c:v>
                </c:pt>
                <c:pt idx="963">
                  <c:v>2651.7</c:v>
                </c:pt>
                <c:pt idx="964">
                  <c:v>1822.1</c:v>
                </c:pt>
                <c:pt idx="965">
                  <c:v>2313.12</c:v>
                </c:pt>
                <c:pt idx="966">
                  <c:v>1402.6</c:v>
                </c:pt>
                <c:pt idx="967">
                  <c:v>3194.6</c:v>
                </c:pt>
                <c:pt idx="968">
                  <c:v>1648.8</c:v>
                </c:pt>
                <c:pt idx="969">
                  <c:v>440.34</c:v>
                </c:pt>
                <c:pt idx="970">
                  <c:v>627.15</c:v>
                </c:pt>
                <c:pt idx="971">
                  <c:v>1210.52</c:v>
                </c:pt>
                <c:pt idx="972">
                  <c:v>90.27</c:v>
                </c:pt>
                <c:pt idx="973">
                  <c:v>1153.8499999999999</c:v>
                </c:pt>
                <c:pt idx="974">
                  <c:v>1333.9</c:v>
                </c:pt>
                <c:pt idx="975">
                  <c:v>105.92</c:v>
                </c:pt>
                <c:pt idx="976">
                  <c:v>1767.9</c:v>
                </c:pt>
                <c:pt idx="977">
                  <c:v>2597.88</c:v>
                </c:pt>
                <c:pt idx="978">
                  <c:v>429.96</c:v>
                </c:pt>
                <c:pt idx="979">
                  <c:v>2007.18</c:v>
                </c:pt>
                <c:pt idx="980">
                  <c:v>208.95</c:v>
                </c:pt>
                <c:pt idx="981">
                  <c:v>547.32000000000005</c:v>
                </c:pt>
                <c:pt idx="982">
                  <c:v>304.11</c:v>
                </c:pt>
                <c:pt idx="983">
                  <c:v>1185.1199999999999</c:v>
                </c:pt>
                <c:pt idx="984">
                  <c:v>77.64</c:v>
                </c:pt>
                <c:pt idx="985">
                  <c:v>243.71</c:v>
                </c:pt>
                <c:pt idx="986">
                  <c:v>2579.84</c:v>
                </c:pt>
                <c:pt idx="987">
                  <c:v>1418.65</c:v>
                </c:pt>
                <c:pt idx="988">
                  <c:v>1259.1199999999999</c:v>
                </c:pt>
                <c:pt idx="989">
                  <c:v>984.44</c:v>
                </c:pt>
                <c:pt idx="990">
                  <c:v>836.52</c:v>
                </c:pt>
                <c:pt idx="991">
                  <c:v>635.90000000000009</c:v>
                </c:pt>
                <c:pt idx="992">
                  <c:v>1758.63</c:v>
                </c:pt>
                <c:pt idx="993">
                  <c:v>802.34999999999991</c:v>
                </c:pt>
                <c:pt idx="994">
                  <c:v>2462.6</c:v>
                </c:pt>
                <c:pt idx="995">
                  <c:v>226.58</c:v>
                </c:pt>
                <c:pt idx="996">
                  <c:v>1895.44</c:v>
                </c:pt>
                <c:pt idx="997">
                  <c:v>1334.25</c:v>
                </c:pt>
                <c:pt idx="998">
                  <c:v>367.34</c:v>
                </c:pt>
                <c:pt idx="999">
                  <c:v>483.38</c:v>
                </c:pt>
                <c:pt idx="1000">
                  <c:v>1304.6500000000001</c:v>
                </c:pt>
                <c:pt idx="1001">
                  <c:v>507.36</c:v>
                </c:pt>
                <c:pt idx="1002">
                  <c:v>2799.52</c:v>
                </c:pt>
                <c:pt idx="1003">
                  <c:v>1599.85</c:v>
                </c:pt>
                <c:pt idx="1004">
                  <c:v>987.64</c:v>
                </c:pt>
                <c:pt idx="1005">
                  <c:v>1178.55</c:v>
                </c:pt>
                <c:pt idx="1006">
                  <c:v>2104.9</c:v>
                </c:pt>
                <c:pt idx="1007">
                  <c:v>146.52000000000001</c:v>
                </c:pt>
                <c:pt idx="1008">
                  <c:v>1232.6400000000001</c:v>
                </c:pt>
                <c:pt idx="1009">
                  <c:v>352.92</c:v>
                </c:pt>
                <c:pt idx="1010">
                  <c:v>1978.71</c:v>
                </c:pt>
                <c:pt idx="1011">
                  <c:v>956.72</c:v>
                </c:pt>
                <c:pt idx="1012">
                  <c:v>120.2</c:v>
                </c:pt>
                <c:pt idx="1013">
                  <c:v>1202.24</c:v>
                </c:pt>
                <c:pt idx="1014">
                  <c:v>1132.25</c:v>
                </c:pt>
                <c:pt idx="1015">
                  <c:v>698.8</c:v>
                </c:pt>
                <c:pt idx="1016">
                  <c:v>1343.9</c:v>
                </c:pt>
                <c:pt idx="1017">
                  <c:v>1361.7</c:v>
                </c:pt>
                <c:pt idx="1018">
                  <c:v>547.43999999999994</c:v>
                </c:pt>
                <c:pt idx="1019">
                  <c:v>277.08999999999997</c:v>
                </c:pt>
                <c:pt idx="1020">
                  <c:v>53</c:v>
                </c:pt>
                <c:pt idx="1021">
                  <c:v>945.81</c:v>
                </c:pt>
                <c:pt idx="1022">
                  <c:v>1352.94</c:v>
                </c:pt>
                <c:pt idx="1023">
                  <c:v>1168.3499999999999</c:v>
                </c:pt>
                <c:pt idx="1024">
                  <c:v>1103.25</c:v>
                </c:pt>
                <c:pt idx="1025">
                  <c:v>23.53</c:v>
                </c:pt>
                <c:pt idx="1026">
                  <c:v>677.48</c:v>
                </c:pt>
                <c:pt idx="1027">
                  <c:v>2219.3200000000002</c:v>
                </c:pt>
                <c:pt idx="1028">
                  <c:v>1761.24</c:v>
                </c:pt>
                <c:pt idx="1029">
                  <c:v>87.06</c:v>
                </c:pt>
                <c:pt idx="1030">
                  <c:v>981.12</c:v>
                </c:pt>
                <c:pt idx="1031">
                  <c:v>3322.55</c:v>
                </c:pt>
                <c:pt idx="1032">
                  <c:v>618.67999999999995</c:v>
                </c:pt>
                <c:pt idx="1033">
                  <c:v>370.85</c:v>
                </c:pt>
                <c:pt idx="1034">
                  <c:v>2071.92</c:v>
                </c:pt>
                <c:pt idx="1035">
                  <c:v>2024.44</c:v>
                </c:pt>
                <c:pt idx="1036">
                  <c:v>1241.49</c:v>
                </c:pt>
                <c:pt idx="1037">
                  <c:v>249.81</c:v>
                </c:pt>
                <c:pt idx="1038">
                  <c:v>1087.5899999999999</c:v>
                </c:pt>
                <c:pt idx="1039">
                  <c:v>598.46</c:v>
                </c:pt>
                <c:pt idx="1040">
                  <c:v>536.07000000000005</c:v>
                </c:pt>
                <c:pt idx="1041">
                  <c:v>2235.6</c:v>
                </c:pt>
                <c:pt idx="1042">
                  <c:v>819.5</c:v>
                </c:pt>
                <c:pt idx="1043">
                  <c:v>359.92</c:v>
                </c:pt>
                <c:pt idx="1044">
                  <c:v>38.49</c:v>
                </c:pt>
                <c:pt idx="1045">
                  <c:v>1582</c:v>
                </c:pt>
                <c:pt idx="1046">
                  <c:v>1641.45</c:v>
                </c:pt>
                <c:pt idx="1047">
                  <c:v>2161.36</c:v>
                </c:pt>
                <c:pt idx="1048">
                  <c:v>294.60000000000002</c:v>
                </c:pt>
                <c:pt idx="1049">
                  <c:v>1959.3</c:v>
                </c:pt>
                <c:pt idx="1050">
                  <c:v>348.5</c:v>
                </c:pt>
                <c:pt idx="1051">
                  <c:v>132.15</c:v>
                </c:pt>
                <c:pt idx="1052">
                  <c:v>531.74</c:v>
                </c:pt>
                <c:pt idx="1053">
                  <c:v>993.24</c:v>
                </c:pt>
                <c:pt idx="1054">
                  <c:v>660.66</c:v>
                </c:pt>
                <c:pt idx="1055">
                  <c:v>1099.28</c:v>
                </c:pt>
                <c:pt idx="1056">
                  <c:v>972.7</c:v>
                </c:pt>
                <c:pt idx="1057">
                  <c:v>1286.6400000000001</c:v>
                </c:pt>
                <c:pt idx="1058">
                  <c:v>824.28</c:v>
                </c:pt>
                <c:pt idx="1059">
                  <c:v>265.64</c:v>
                </c:pt>
                <c:pt idx="1060">
                  <c:v>546.86</c:v>
                </c:pt>
                <c:pt idx="1061">
                  <c:v>658.5</c:v>
                </c:pt>
                <c:pt idx="1062">
                  <c:v>427.6</c:v>
                </c:pt>
                <c:pt idx="1063">
                  <c:v>641.36</c:v>
                </c:pt>
                <c:pt idx="1064">
                  <c:v>795.24</c:v>
                </c:pt>
                <c:pt idx="1065">
                  <c:v>3334</c:v>
                </c:pt>
                <c:pt idx="1066">
                  <c:v>355.09</c:v>
                </c:pt>
                <c:pt idx="1067">
                  <c:v>632.4</c:v>
                </c:pt>
                <c:pt idx="1068">
                  <c:v>133.38999999999999</c:v>
                </c:pt>
                <c:pt idx="1069">
                  <c:v>454.23</c:v>
                </c:pt>
                <c:pt idx="1070">
                  <c:v>1965.16</c:v>
                </c:pt>
                <c:pt idx="1071">
                  <c:v>510.28</c:v>
                </c:pt>
                <c:pt idx="1072">
                  <c:v>392.61</c:v>
                </c:pt>
                <c:pt idx="1073">
                  <c:v>1448.24</c:v>
                </c:pt>
                <c:pt idx="1074">
                  <c:v>222.73</c:v>
                </c:pt>
                <c:pt idx="1075">
                  <c:v>1105.26</c:v>
                </c:pt>
                <c:pt idx="1076">
                  <c:v>2746.44</c:v>
                </c:pt>
                <c:pt idx="1077">
                  <c:v>915.48</c:v>
                </c:pt>
                <c:pt idx="1078">
                  <c:v>41.09</c:v>
                </c:pt>
                <c:pt idx="1079">
                  <c:v>3170</c:v>
                </c:pt>
                <c:pt idx="1080">
                  <c:v>2323.6999999999998</c:v>
                </c:pt>
                <c:pt idx="1081">
                  <c:v>1702.4</c:v>
                </c:pt>
                <c:pt idx="1082">
                  <c:v>1719.66</c:v>
                </c:pt>
                <c:pt idx="1083">
                  <c:v>123.28</c:v>
                </c:pt>
                <c:pt idx="1084">
                  <c:v>70.819999999999993</c:v>
                </c:pt>
                <c:pt idx="1085">
                  <c:v>1293.3800000000001</c:v>
                </c:pt>
                <c:pt idx="1086">
                  <c:v>1026.8399999999999</c:v>
                </c:pt>
                <c:pt idx="1087">
                  <c:v>2772.28</c:v>
                </c:pt>
                <c:pt idx="1088">
                  <c:v>1474.29</c:v>
                </c:pt>
                <c:pt idx="1089">
                  <c:v>1199.48</c:v>
                </c:pt>
                <c:pt idx="1090">
                  <c:v>1300.5</c:v>
                </c:pt>
                <c:pt idx="1091">
                  <c:v>628.43999999999994</c:v>
                </c:pt>
                <c:pt idx="1092">
                  <c:v>1046</c:v>
                </c:pt>
                <c:pt idx="1093">
                  <c:v>789.44</c:v>
                </c:pt>
                <c:pt idx="1094">
                  <c:v>2595.64</c:v>
                </c:pt>
                <c:pt idx="1095">
                  <c:v>883.08</c:v>
                </c:pt>
                <c:pt idx="1096">
                  <c:v>929.84</c:v>
                </c:pt>
                <c:pt idx="1097">
                  <c:v>2532.25</c:v>
                </c:pt>
                <c:pt idx="1098">
                  <c:v>1023.44</c:v>
                </c:pt>
                <c:pt idx="1099">
                  <c:v>250.46</c:v>
                </c:pt>
                <c:pt idx="1100">
                  <c:v>190.55</c:v>
                </c:pt>
                <c:pt idx="1101">
                  <c:v>485.91</c:v>
                </c:pt>
                <c:pt idx="1102">
                  <c:v>1388.68</c:v>
                </c:pt>
                <c:pt idx="1103">
                  <c:v>1105.28</c:v>
                </c:pt>
                <c:pt idx="1104">
                  <c:v>1259.04</c:v>
                </c:pt>
                <c:pt idx="1105">
                  <c:v>1427.07</c:v>
                </c:pt>
                <c:pt idx="1106">
                  <c:v>372.8</c:v>
                </c:pt>
                <c:pt idx="1107">
                  <c:v>126.42</c:v>
                </c:pt>
                <c:pt idx="1108">
                  <c:v>634.94000000000005</c:v>
                </c:pt>
                <c:pt idx="1109">
                  <c:v>309.88</c:v>
                </c:pt>
                <c:pt idx="1110">
                  <c:v>252.93</c:v>
                </c:pt>
                <c:pt idx="1111">
                  <c:v>937.8</c:v>
                </c:pt>
                <c:pt idx="1112">
                  <c:v>356.81</c:v>
                </c:pt>
                <c:pt idx="1113">
                  <c:v>839.96</c:v>
                </c:pt>
                <c:pt idx="1114">
                  <c:v>1979.64</c:v>
                </c:pt>
                <c:pt idx="1115">
                  <c:v>672.64</c:v>
                </c:pt>
                <c:pt idx="1116">
                  <c:v>1062.98</c:v>
                </c:pt>
                <c:pt idx="1117">
                  <c:v>1765.32</c:v>
                </c:pt>
                <c:pt idx="1118">
                  <c:v>754.43999999999994</c:v>
                </c:pt>
                <c:pt idx="1119">
                  <c:v>684.65</c:v>
                </c:pt>
                <c:pt idx="1120">
                  <c:v>195.86</c:v>
                </c:pt>
                <c:pt idx="1121">
                  <c:v>151.02000000000001</c:v>
                </c:pt>
                <c:pt idx="1122">
                  <c:v>3390.95</c:v>
                </c:pt>
                <c:pt idx="1123">
                  <c:v>1662.75</c:v>
                </c:pt>
                <c:pt idx="1124">
                  <c:v>2307.48</c:v>
                </c:pt>
                <c:pt idx="1125">
                  <c:v>1633.44</c:v>
                </c:pt>
                <c:pt idx="1126">
                  <c:v>950.55000000000007</c:v>
                </c:pt>
                <c:pt idx="1127">
                  <c:v>1808.25</c:v>
                </c:pt>
                <c:pt idx="1128">
                  <c:v>1940.37</c:v>
                </c:pt>
                <c:pt idx="1129">
                  <c:v>1674.84</c:v>
                </c:pt>
                <c:pt idx="1130">
                  <c:v>646.9</c:v>
                </c:pt>
                <c:pt idx="1131">
                  <c:v>694.5</c:v>
                </c:pt>
                <c:pt idx="1132">
                  <c:v>674.64</c:v>
                </c:pt>
                <c:pt idx="1133">
                  <c:v>935.82</c:v>
                </c:pt>
                <c:pt idx="1134">
                  <c:v>153.12</c:v>
                </c:pt>
                <c:pt idx="1135">
                  <c:v>146.82</c:v>
                </c:pt>
                <c:pt idx="1136">
                  <c:v>2004.99</c:v>
                </c:pt>
                <c:pt idx="1137">
                  <c:v>1640.84</c:v>
                </c:pt>
                <c:pt idx="1138">
                  <c:v>1177.6400000000001</c:v>
                </c:pt>
                <c:pt idx="1139">
                  <c:v>1505.46</c:v>
                </c:pt>
                <c:pt idx="1140">
                  <c:v>1105.6600000000001</c:v>
                </c:pt>
                <c:pt idx="1141">
                  <c:v>1495.98</c:v>
                </c:pt>
                <c:pt idx="1142">
                  <c:v>2780.4</c:v>
                </c:pt>
                <c:pt idx="1143">
                  <c:v>381.61</c:v>
                </c:pt>
                <c:pt idx="1144">
                  <c:v>2539.6999999999998</c:v>
                </c:pt>
                <c:pt idx="1145">
                  <c:v>1714.59</c:v>
                </c:pt>
                <c:pt idx="1146">
                  <c:v>2107.1999999999998</c:v>
                </c:pt>
                <c:pt idx="1147">
                  <c:v>1176.5999999999999</c:v>
                </c:pt>
                <c:pt idx="1148">
                  <c:v>355.15</c:v>
                </c:pt>
                <c:pt idx="1149">
                  <c:v>1390.58</c:v>
                </c:pt>
                <c:pt idx="1150">
                  <c:v>1210.5999999999999</c:v>
                </c:pt>
                <c:pt idx="1151">
                  <c:v>1216.08</c:v>
                </c:pt>
                <c:pt idx="1152">
                  <c:v>688.36</c:v>
                </c:pt>
                <c:pt idx="1153">
                  <c:v>2786.84</c:v>
                </c:pt>
                <c:pt idx="1154">
                  <c:v>595.89</c:v>
                </c:pt>
                <c:pt idx="1155">
                  <c:v>2138.2800000000002</c:v>
                </c:pt>
                <c:pt idx="1156">
                  <c:v>2763.12</c:v>
                </c:pt>
                <c:pt idx="1157">
                  <c:v>904.65000000000009</c:v>
                </c:pt>
                <c:pt idx="1158">
                  <c:v>109.68</c:v>
                </c:pt>
                <c:pt idx="1159">
                  <c:v>1866.8</c:v>
                </c:pt>
                <c:pt idx="1160">
                  <c:v>541.64</c:v>
                </c:pt>
                <c:pt idx="1161">
                  <c:v>11.39</c:v>
                </c:pt>
                <c:pt idx="1162">
                  <c:v>448.74</c:v>
                </c:pt>
                <c:pt idx="1163">
                  <c:v>918.87000000000012</c:v>
                </c:pt>
                <c:pt idx="1164">
                  <c:v>1577.85</c:v>
                </c:pt>
                <c:pt idx="1165">
                  <c:v>671.37</c:v>
                </c:pt>
                <c:pt idx="1166">
                  <c:v>973.41000000000008</c:v>
                </c:pt>
                <c:pt idx="1167">
                  <c:v>185.74</c:v>
                </c:pt>
                <c:pt idx="1168">
                  <c:v>662.84</c:v>
                </c:pt>
                <c:pt idx="1169">
                  <c:v>525.42999999999995</c:v>
                </c:pt>
                <c:pt idx="1170">
                  <c:v>1394.38</c:v>
                </c:pt>
                <c:pt idx="1171">
                  <c:v>2073.6</c:v>
                </c:pt>
                <c:pt idx="1172">
                  <c:v>395.88</c:v>
                </c:pt>
                <c:pt idx="1173">
                  <c:v>208.36</c:v>
                </c:pt>
                <c:pt idx="1174">
                  <c:v>667.02</c:v>
                </c:pt>
                <c:pt idx="1175">
                  <c:v>275.22000000000003</c:v>
                </c:pt>
                <c:pt idx="1176">
                  <c:v>427.66</c:v>
                </c:pt>
                <c:pt idx="1177">
                  <c:v>127.55</c:v>
                </c:pt>
                <c:pt idx="1178">
                  <c:v>70.239999999999995</c:v>
                </c:pt>
                <c:pt idx="1179">
                  <c:v>2592.75</c:v>
                </c:pt>
                <c:pt idx="1180">
                  <c:v>1193.44</c:v>
                </c:pt>
                <c:pt idx="1181">
                  <c:v>476.22</c:v>
                </c:pt>
                <c:pt idx="1182">
                  <c:v>840.58</c:v>
                </c:pt>
                <c:pt idx="1183">
                  <c:v>281.52</c:v>
                </c:pt>
                <c:pt idx="1184">
                  <c:v>204.08</c:v>
                </c:pt>
                <c:pt idx="1185">
                  <c:v>343.31</c:v>
                </c:pt>
                <c:pt idx="1186">
                  <c:v>163.32</c:v>
                </c:pt>
                <c:pt idx="1187">
                  <c:v>369.2</c:v>
                </c:pt>
                <c:pt idx="1188">
                  <c:v>742.58</c:v>
                </c:pt>
                <c:pt idx="1189">
                  <c:v>1946.1</c:v>
                </c:pt>
                <c:pt idx="1190">
                  <c:v>1849.17</c:v>
                </c:pt>
                <c:pt idx="1191">
                  <c:v>1505.72</c:v>
                </c:pt>
                <c:pt idx="1192">
                  <c:v>1298.55</c:v>
                </c:pt>
                <c:pt idx="1193">
                  <c:v>687.89</c:v>
                </c:pt>
                <c:pt idx="1194">
                  <c:v>568.31999999999994</c:v>
                </c:pt>
                <c:pt idx="1195">
                  <c:v>107.04</c:v>
                </c:pt>
                <c:pt idx="1196">
                  <c:v>1325.06</c:v>
                </c:pt>
                <c:pt idx="1197">
                  <c:v>873.68</c:v>
                </c:pt>
                <c:pt idx="1198">
                  <c:v>1050.08</c:v>
                </c:pt>
                <c:pt idx="1199">
                  <c:v>2242.3200000000002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B58-4D90-9137-EB07114853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42519384"/>
        <c:axId val="942518728"/>
      </c:scatterChart>
      <c:valAx>
        <c:axId val="9425193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UnitPrice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2518728"/>
        <c:crosses val="autoZero"/>
        <c:crossBetween val="midCat"/>
      </c:valAx>
      <c:valAx>
        <c:axId val="94251872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TotalPrice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25193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651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000" b="1" i="0">
                <a:solidFill>
                  <a:srgbClr val="202020"/>
                </a:solidFill>
                <a:latin typeface="Calibri"/>
              </a:rPr>
              <a:t>PROJECT 4: 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1188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1">
                <a:solidFill>
                  <a:srgbClr val="595959"/>
                </a:solidFill>
                <a:latin typeface="Calibri"/>
              </a:rPr>
              <a:t>Turning Raw Data Into Boardroom-Ready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86249"/>
            <a:ext cx="10362895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600" b="0" i="0" dirty="0">
                <a:solidFill>
                  <a:srgbClr val="595959"/>
                </a:solidFill>
                <a:latin typeface="Calibri"/>
              </a:rPr>
              <a:t>Jesse Trevor Koch </a:t>
            </a:r>
            <a:r>
              <a:rPr sz="1600" b="0" i="0" dirty="0">
                <a:solidFill>
                  <a:srgbClr val="595959"/>
                </a:solidFill>
                <a:latin typeface="Calibri"/>
              </a:rPr>
              <a:t>|  </a:t>
            </a:r>
            <a:r>
              <a:rPr sz="1600" b="0" i="0" dirty="0" err="1">
                <a:solidFill>
                  <a:srgbClr val="595959"/>
                </a:solidFill>
                <a:latin typeface="Calibri"/>
              </a:rPr>
              <a:t>DecodeLabs</a:t>
            </a:r>
            <a:r>
              <a:rPr sz="1600" b="0" i="0" dirty="0">
                <a:solidFill>
                  <a:srgbClr val="595959"/>
                </a:solidFill>
                <a:latin typeface="Calibri"/>
              </a:rPr>
              <a:t> Industrial Training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202020"/>
                </a:solidFill>
                <a:latin typeface="Calibri"/>
              </a:rPr>
              <a:t>Business Operated Stable Through 2023 </a:t>
            </a:r>
            <a:r>
              <a:rPr lang="en-US" sz="2400" b="1" i="0" dirty="0">
                <a:solidFill>
                  <a:srgbClr val="202020"/>
                </a:solidFill>
                <a:latin typeface="Calibri"/>
              </a:rPr>
              <a:t>-</a:t>
            </a:r>
            <a:r>
              <a:rPr sz="2400" b="1" i="0" dirty="0">
                <a:solidFill>
                  <a:srgbClr val="202020"/>
                </a:solidFill>
                <a:latin typeface="Calibri"/>
              </a:rPr>
              <a:t> $552,643 Revenue, 510 Orders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9164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wrap="square" lIns="137160" tIns="91440" rIns="137160" bIns="91440" rtlCol="0" anchor="ctr"/>
          <a:lstStyle/>
          <a:p>
            <a:pPr algn="ctr"/>
            <a:r>
              <a:rPr sz="3200" b="1">
                <a:solidFill>
                  <a:srgbClr val="2E75B6"/>
                </a:solidFill>
                <a:latin typeface="Calibri"/>
              </a:rPr>
              <a:t>$552,643.24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2023 Revenue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69164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wrap="square" lIns="137160" tIns="91440" rIns="137160" bIns="91440" rtlCol="0" anchor="ctr"/>
          <a:lstStyle/>
          <a:p>
            <a:pPr algn="ctr"/>
            <a:r>
              <a:rPr sz="3200" b="1">
                <a:solidFill>
                  <a:srgbClr val="2E75B6"/>
                </a:solidFill>
                <a:latin typeface="Calibri"/>
              </a:rPr>
              <a:t>510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2023 Orders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4747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wrap="square" lIns="137160" tIns="91440" rIns="137160" bIns="91440" rtlCol="0" anchor="ctr"/>
          <a:lstStyle/>
          <a:p>
            <a:pPr algn="ctr"/>
            <a:r>
              <a:rPr sz="3200" b="1">
                <a:solidFill>
                  <a:srgbClr val="2E75B6"/>
                </a:solidFill>
                <a:latin typeface="Calibri"/>
              </a:rPr>
              <a:t>$1,083.61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Avg Order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347472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wrap="square" lIns="137160" tIns="91440" rIns="137160" bIns="91440" rtlCol="0" anchor="ctr"/>
          <a:lstStyle/>
          <a:p>
            <a:pPr algn="ctr"/>
            <a:r>
              <a:rPr sz="3200" b="1">
                <a:solidFill>
                  <a:srgbClr val="2E75B6"/>
                </a:solidFill>
                <a:latin typeface="Calibri"/>
              </a:rPr>
              <a:t>1,200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Total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86698"/>
            <a:ext cx="1127729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 dirty="0">
                <a:solidFill>
                  <a:srgbClr val="595959"/>
                </a:solidFill>
                <a:latin typeface="Calibri"/>
              </a:rPr>
              <a:t>Source: orders table </a:t>
            </a:r>
            <a:r>
              <a:rPr lang="en-US" sz="1600" i="1" dirty="0">
                <a:solidFill>
                  <a:srgbClr val="595959"/>
                </a:solidFill>
                <a:latin typeface="Calibri"/>
              </a:rPr>
              <a:t>(</a:t>
            </a:r>
            <a:r>
              <a:rPr sz="1600" b="0" i="1" dirty="0">
                <a:solidFill>
                  <a:srgbClr val="595959"/>
                </a:solidFill>
                <a:latin typeface="Calibri"/>
              </a:rPr>
              <a:t>1,200</a:t>
            </a:r>
            <a:r>
              <a:rPr lang="en-US" sz="1600" b="0" i="1" dirty="0">
                <a:solidFill>
                  <a:srgbClr val="595959"/>
                </a:solidFill>
                <a:latin typeface="Calibri"/>
              </a:rPr>
              <a:t> rows, 14 columns</a:t>
            </a:r>
            <a:r>
              <a:rPr sz="1600" b="0" i="1" dirty="0">
                <a:solidFill>
                  <a:srgbClr val="595959"/>
                </a:solidFill>
                <a:latin typeface="Calibri"/>
              </a:rPr>
              <a:t>)</a:t>
            </a:r>
            <a:r>
              <a:rPr lang="en-US" sz="1600" b="0" i="1" dirty="0">
                <a:solidFill>
                  <a:srgbClr val="595959"/>
                </a:solidFill>
                <a:latin typeface="Calibri"/>
              </a:rPr>
              <a:t>,</a:t>
            </a:r>
            <a:r>
              <a:rPr sz="1600" b="0" i="1" dirty="0">
                <a:solidFill>
                  <a:srgbClr val="595959"/>
                </a:solidFill>
                <a:latin typeface="Calibri"/>
              </a:rPr>
              <a:t> 2.5 years of data (Jan 2023 – Jun 2025</a:t>
            </a:r>
            <a:r>
              <a:rPr sz="1000" b="0" i="1" dirty="0">
                <a:solidFill>
                  <a:srgbClr val="595959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202020"/>
                </a:solidFill>
                <a:latin typeface="Calibri"/>
              </a:rPr>
              <a:t>Revenue Declined 13.1% in 2024 </a:t>
            </a:r>
            <a:r>
              <a:rPr lang="en-US" sz="2400" b="1" i="0" dirty="0">
                <a:solidFill>
                  <a:srgbClr val="202020"/>
                </a:solidFill>
                <a:latin typeface="Calibri"/>
              </a:rPr>
              <a:t>-</a:t>
            </a:r>
            <a:r>
              <a:rPr sz="2400" b="1" i="0" dirty="0">
                <a:solidFill>
                  <a:srgbClr val="202020"/>
                </a:solidFill>
                <a:latin typeface="Calibri"/>
              </a:rPr>
              <a:t> Q4 Dropped 22.2%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9164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wrap="square" lIns="137160" tIns="91440" rIns="137160" bIns="91440" rtlCol="0" anchor="ctr"/>
          <a:lstStyle/>
          <a:p>
            <a:pPr algn="ctr"/>
            <a:r>
              <a:rPr sz="3200" b="1">
                <a:solidFill>
                  <a:srgbClr val="C00000"/>
                </a:solidFill>
                <a:latin typeface="Calibri"/>
              </a:rPr>
              <a:t>↓ 13.1%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2024 Revenue Decline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691640"/>
            <a:ext cx="5212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wrap="square" lIns="137160" tIns="91440" rIns="137160" bIns="91440" rtlCol="0" anchor="ctr"/>
          <a:lstStyle/>
          <a:p>
            <a:pPr algn="ctr"/>
            <a:r>
              <a:rPr sz="3200" b="1">
                <a:solidFill>
                  <a:srgbClr val="C00000"/>
                </a:solidFill>
                <a:latin typeface="Calibri"/>
              </a:rPr>
              <a:t>↓ 22.2%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Q4 2024 vs Q4 2023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89807" y="3474719"/>
            <a:ext cx="5212080" cy="158218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wrap="square" lIns="137160" tIns="91440" rIns="137160" bIns="91440" rtlCol="0" anchor="ctr"/>
          <a:lstStyle/>
          <a:p>
            <a:pPr algn="ctr"/>
            <a:r>
              <a:rPr sz="3200" b="1">
                <a:solidFill>
                  <a:srgbClr val="C00000"/>
                </a:solidFill>
                <a:latin typeface="Calibri"/>
              </a:rPr>
              <a:t>↓ 4%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Calibri"/>
              </a:rPr>
              <a:t>AOV Erosion per 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So what: The decline is systemic, not seasonal — 3 of 4 quarters declined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202020"/>
                </a:solidFill>
                <a:latin typeface="Calibri"/>
              </a:rPr>
              <a:t>Three Actions to Reverse the Decline by Q4 2025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00200"/>
            <a:ext cx="1054577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600200"/>
            <a:ext cx="11887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2E75B6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090997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Rebuild Q4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1054577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11887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2E75B6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548842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Lift AOV Through Bundling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526280"/>
            <a:ext cx="1054577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txBody>
          <a:bodyPr lIns="0" r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4526280"/>
            <a:ext cx="11887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2E75B6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98348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202020"/>
                </a:solidFill>
                <a:latin typeface="Calibri"/>
              </a:rPr>
              <a:t>Convert One-Time Buyers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 dirty="0">
                <a:solidFill>
                  <a:srgbClr val="595959"/>
                </a:solidFill>
                <a:latin typeface="Calibri"/>
              </a:rPr>
              <a:t>Each action targets a specific driver of the decline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202020"/>
                </a:solidFill>
                <a:latin typeface="Calibri"/>
              </a:rPr>
              <a:t>Revenue Declined 13.1% in 2024 </a:t>
            </a:r>
            <a:r>
              <a:rPr lang="en-US" sz="2400" b="1" dirty="0">
                <a:solidFill>
                  <a:srgbClr val="202020"/>
                </a:solidFill>
                <a:latin typeface="Calibri"/>
              </a:rPr>
              <a:t>-</a:t>
            </a:r>
            <a:r>
              <a:rPr sz="2400" b="1" i="0" dirty="0">
                <a:solidFill>
                  <a:srgbClr val="202020"/>
                </a:solidFill>
                <a:latin typeface="Calibri"/>
              </a:rPr>
              <a:t> Q4 Recovery Is Critical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1"/>
            <a:ext cx="11277295" cy="536170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  <a:r>
              <a:rPr sz="1400" i="1" dirty="0">
                <a:solidFill>
                  <a:srgbClr val="595959"/>
                </a:solidFill>
                <a:latin typeface="Calibri"/>
              </a:rPr>
              <a:t>[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1" dirty="0">
                <a:solidFill>
                  <a:srgbClr val="595959"/>
                </a:solidFill>
                <a:latin typeface="Calibri"/>
              </a:rPr>
              <a:t>So what: Q4 2025 recovery determines whether the full-year decline reverses or compounds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E58A7D-1D87-FEB9-0139-A5615730B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18" y="1227512"/>
            <a:ext cx="8437418" cy="47160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202020"/>
                </a:solidFill>
                <a:latin typeface="Calibri"/>
              </a:rPr>
              <a:t>Mid-Year Demand Spike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5577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  <a:endParaRPr sz="1400" i="1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1" dirty="0">
                <a:solidFill>
                  <a:srgbClr val="595959"/>
                </a:solidFill>
                <a:latin typeface="Calibri"/>
              </a:rPr>
              <a:t>So what: Inventory and staffing should scale up ahead of </a:t>
            </a:r>
            <a:r>
              <a:rPr lang="en-US" sz="1600" b="1" i="1" dirty="0">
                <a:solidFill>
                  <a:srgbClr val="595959"/>
                </a:solidFill>
                <a:latin typeface="Calibri"/>
              </a:rPr>
              <a:t>May/</a:t>
            </a:r>
            <a:r>
              <a:rPr sz="1600" b="1" i="1" dirty="0">
                <a:solidFill>
                  <a:srgbClr val="595959"/>
                </a:solidFill>
                <a:latin typeface="Calibri"/>
              </a:rPr>
              <a:t>June each year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00C4D-FEF6-2200-C456-2ACD8D605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74618"/>
            <a:ext cx="9587345" cy="48975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202020"/>
                </a:solidFill>
                <a:latin typeface="Calibri"/>
              </a:rPr>
              <a:t>Sunday Tops Order Volume at 186 Orders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77295" cy="5029200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  <a:endParaRPr sz="1400" i="1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1" dirty="0">
                <a:solidFill>
                  <a:srgbClr val="595959"/>
                </a:solidFill>
                <a:latin typeface="Calibri"/>
              </a:rPr>
              <a:t>So what: Shift customer</a:t>
            </a:r>
            <a:r>
              <a:rPr lang="en-US" sz="1600" b="1" i="1" dirty="0">
                <a:solidFill>
                  <a:srgbClr val="595959"/>
                </a:solidFill>
                <a:latin typeface="Calibri"/>
              </a:rPr>
              <a:t> s</a:t>
            </a:r>
            <a:r>
              <a:rPr sz="1600" b="1" i="1" dirty="0">
                <a:solidFill>
                  <a:srgbClr val="595959"/>
                </a:solidFill>
                <a:latin typeface="Calibri"/>
              </a:rPr>
              <a:t>ervice to cover Sunday peaks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937C0E-92DB-775E-8239-BF8009629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091" y="1188719"/>
            <a:ext cx="689956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202020"/>
                </a:solidFill>
                <a:latin typeface="Calibri"/>
              </a:rPr>
              <a:t>Pricing Drives Order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3673"/>
            <a:ext cx="11277295" cy="5084618"/>
          </a:xfrm>
          <a:prstGeom prst="rect">
            <a:avLst/>
          </a:prstGeom>
          <a:solidFill>
            <a:srgbClr val="FAFAFA"/>
          </a:solidFill>
          <a:ln w="12700">
            <a:solidFill>
              <a:srgbClr val="D9D9D9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  <a:endParaRPr sz="1400" i="1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1" dirty="0">
                <a:solidFill>
                  <a:srgbClr val="595959"/>
                </a:solidFill>
                <a:latin typeface="Calibri"/>
              </a:rPr>
              <a:t>So what: Bundling higher-priced items is the fastest lever to lift AOV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473A359-A3FA-446E-AE08-D03FB6A564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5370089"/>
              </p:ext>
            </p:extLst>
          </p:nvPr>
        </p:nvGraphicFramePr>
        <p:xfrm>
          <a:off x="2272145" y="1113322"/>
          <a:ext cx="7453746" cy="4442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>
                <a:solidFill>
                  <a:srgbClr val="202020"/>
                </a:solidFill>
                <a:latin typeface="Calibri"/>
              </a:rPr>
              <a:t>Next Steps </a:t>
            </a:r>
            <a:r>
              <a:rPr lang="en-US" sz="2400" b="1" i="0" dirty="0">
                <a:solidFill>
                  <a:srgbClr val="202020"/>
                </a:solidFill>
                <a:latin typeface="Calibri"/>
              </a:rPr>
              <a:t>-</a:t>
            </a:r>
            <a:r>
              <a:rPr sz="2400" b="1" i="0" dirty="0">
                <a:solidFill>
                  <a:srgbClr val="202020"/>
                </a:solidFill>
                <a:latin typeface="Calibri"/>
              </a:rPr>
              <a:t> Stop the Decline by Q4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4572000" cy="27956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 b="1" dirty="0">
                <a:solidFill>
                  <a:srgbClr val="202020"/>
                </a:solidFill>
                <a:latin typeface="Calibri"/>
              </a:rPr>
              <a:t>Key Insights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dirty="0">
                <a:solidFill>
                  <a:srgbClr val="333333"/>
                </a:solidFill>
                <a:latin typeface="Calibri"/>
              </a:rPr>
              <a:t>Revenue declined 13.1% in 2024, with Q4 falling 22.2% year-over-year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dirty="0">
                <a:solidFill>
                  <a:srgbClr val="333333"/>
                </a:solidFill>
                <a:latin typeface="Calibri"/>
              </a:rPr>
              <a:t> 3 of 4 quarters were down, not just seasonal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2000" dirty="0">
                <a:solidFill>
                  <a:srgbClr val="333333"/>
                </a:solidFill>
                <a:latin typeface="Calibri"/>
              </a:rPr>
              <a:t>Pricing correlates strongly with order value (r = 0.72), supporting a bundling strategy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880527"/>
              </p:ext>
            </p:extLst>
          </p:nvPr>
        </p:nvGraphicFramePr>
        <p:xfrm>
          <a:off x="5921430" y="1478919"/>
          <a:ext cx="5577842" cy="294675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88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909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73152" marR="73152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030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333333"/>
                          </a:solidFill>
                          <a:latin typeface="Calibri"/>
                        </a:rPr>
                        <a:t>Rebuild Q4 Strategy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333333"/>
                          </a:solidFill>
                          <a:latin typeface="Calibri"/>
                        </a:rPr>
                        <a:t>Sales 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909"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333333"/>
                          </a:solidFill>
                          <a:latin typeface="Calibri"/>
                        </a:rPr>
                        <a:t>Lift AOV Through Bundling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Merchandising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909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333333"/>
                          </a:solidFill>
                          <a:latin typeface="Calibri"/>
                        </a:rPr>
                        <a:t>Convert One-Time Buyers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dirty="0">
                          <a:solidFill>
                            <a:srgbClr val="333333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303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X</dc:creator>
  <cp:keywords/>
  <dc:description>generated using python-pptx</dc:description>
  <cp:lastModifiedBy>Jesse T Koch</cp:lastModifiedBy>
  <cp:revision>7</cp:revision>
  <dcterms:created xsi:type="dcterms:W3CDTF">2013-01-27T09:14:16Z</dcterms:created>
  <dcterms:modified xsi:type="dcterms:W3CDTF">2026-09-12T19:34:52Z</dcterms:modified>
  <cp:category/>
</cp:coreProperties>
</file>